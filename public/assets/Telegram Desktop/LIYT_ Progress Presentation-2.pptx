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Quattrocento Sans" charset="-122" pitchFamily="34"/>
      <p:regular r:id="rId14"/>
    </p:embeddedFont>
    <p:embeddedFont>
      <p:font typeface="Hedvig Letters Sans" charset="-122" pitchFamily="34"/>
      <p:regular r:id="rId15"/>
    </p:embeddedFont>
    <p:embeddedFont>
      <p:font typeface="Liter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d235bec80a0fcc5073952f47ea092fbeeb72489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6" r="3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0000"/>
                </a:srgbClr>
              </a:gs>
              <a:gs pos="100000">
                <a:srgbClr val="57611D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953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Implementation Phase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723900"/>
            <a:ext cx="3257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16,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52600"/>
            <a:ext cx="12001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LIYT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124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3467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PRESENTATION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0767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 Management 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143500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4483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Asrat Efrem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57150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Leul Yohannes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59817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Tsigeweyni Siyamregn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62484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Yitbarek Andualem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48400" y="5143500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48400" y="54483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Nigus, Hanna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76975" y="5924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9" name="Text 16"/>
          <p:cNvSpPr/>
          <p:nvPr/>
        </p:nvSpPr>
        <p:spPr>
          <a:xfrm>
            <a:off x="6515100" y="59055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16,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STATUS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257304"/>
                </a:lnTo>
                <a:cubicBezTo>
                  <a:pt x="5581650" y="1299386"/>
                  <a:pt x="5547536" y="1333500"/>
                  <a:pt x="5505454" y="1333500"/>
                </a:cubicBez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4856" y="1924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79070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D4D4"/>
                </a:solidFill>
                <a:latin typeface="Inter, sans-serif" pitchFamily="34" charset="0"/>
                <a:ea typeface="Inter, sans-serif" pitchFamily="34" charset="-122"/>
                <a:cs typeface="Inter, sans-serif" pitchFamily="34" charset="-120"/>
              </a:rPr>
              <a:t>MVP Delivered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5740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READY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975" y="23241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D4D4D4"/>
                </a:solidFill>
                <a:highlight>
                  <a:srgbClr val="191919">
                    <a:alpha val="100000"/>
                  </a:srgbClr>
                </a:highlight>
                <a:latin typeface="Inter, sans-serif" pitchFamily="34" charset="0"/>
                <a:ea typeface="Inter, sans-serif" pitchFamily="34" charset="-122"/>
                <a:cs typeface="Inter, sans-serif" pitchFamily="34" charset="-120"/>
              </a:rPr>
              <a:t>Core business functionalities are live.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099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257304"/>
                </a:lnTo>
                <a:cubicBezTo>
                  <a:pt x="5581650" y="1299386"/>
                  <a:pt x="5547536" y="1333500"/>
                  <a:pt x="5505454" y="1333500"/>
                </a:cubicBez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0099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044" y="3409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3276600"/>
            <a:ext cx="19698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D4D4"/>
                </a:solidFill>
                <a:latin typeface="Inter, sans-serif" pitchFamily="34" charset="0"/>
                <a:ea typeface="Inter, sans-serif" pitchFamily="34" charset="-122"/>
                <a:cs typeface="Inter, sans-serif" pitchFamily="34" charset="-120"/>
              </a:rPr>
              <a:t>Operational Status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1975" y="38100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D4D4D4"/>
                </a:solidFill>
                <a:highlight>
                  <a:srgbClr val="191919">
                    <a:alpha val="100000"/>
                  </a:srgbClr>
                </a:highlight>
                <a:latin typeface="Inter, sans-serif" pitchFamily="34" charset="0"/>
                <a:ea typeface="Inter, sans-serif" pitchFamily="34" charset="-122"/>
                <a:cs typeface="Inter, sans-serif" pitchFamily="34" charset="-120"/>
              </a:rPr>
              <a:t>System is fully deployed on production servers.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709738" y="44958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257304"/>
                </a:lnTo>
                <a:cubicBezTo>
                  <a:pt x="5581650" y="1299386"/>
                  <a:pt x="5547536" y="1333500"/>
                  <a:pt x="5505454" y="1333500"/>
                </a:cubicBez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4495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476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2950" y="4895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4762500"/>
            <a:ext cx="20498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D4D4"/>
                </a:solidFill>
                <a:latin typeface="Inter, sans-serif" pitchFamily="34" charset="0"/>
                <a:ea typeface="Inter, sans-serif" pitchFamily="34" charset="-122"/>
                <a:cs typeface="Inter, sans-serif" pitchFamily="34" charset="-120"/>
              </a:rPr>
              <a:t>Workflow Validation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50292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54102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users can create and manage delivery orders seamlessly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15240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1219205"/>
                </a:lnTo>
                <a:cubicBezTo>
                  <a:pt x="5581650" y="1261286"/>
                  <a:pt x="5547536" y="1295400"/>
                  <a:pt x="5505455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9350" y="1524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1771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72250" y="190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9" name="Text 27"/>
          <p:cNvSpPr/>
          <p:nvPr/>
        </p:nvSpPr>
        <p:spPr>
          <a:xfrm>
            <a:off x="7010400" y="17716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38900" y="24003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 coverage and AI code reviews ensuring system stability and reliability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2971800"/>
            <a:ext cx="5581650" cy="1333500"/>
          </a:xfrm>
          <a:custGeom>
            <a:avLst/>
            <a:gdLst/>
            <a:ahLst/>
            <a:cxnLst/>
            <a:rect l="l" t="t" r="r" b="b"/>
            <a:pathLst>
              <a:path w="5581650" h="1333500">
                <a:moveTo>
                  <a:pt x="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257304"/>
                </a:lnTo>
                <a:cubicBezTo>
                  <a:pt x="5581650" y="1299386"/>
                  <a:pt x="5547536" y="1333500"/>
                  <a:pt x="5505454" y="1333500"/>
                </a:cubicBez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29350" y="2971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89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96063" y="3371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5" name="Text 33"/>
          <p:cNvSpPr/>
          <p:nvPr/>
        </p:nvSpPr>
        <p:spPr>
          <a:xfrm>
            <a:off x="7010400" y="323850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8900" y="38862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Currently under active development for iOS and Android platforms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297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 Achievements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COMPLETED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116" y="1185084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Shape 3"/>
          <p:cNvSpPr/>
          <p:nvPr/>
        </p:nvSpPr>
        <p:spPr>
          <a:xfrm>
            <a:off x="363605" y="1440954"/>
            <a:ext cx="3698898" cy="2433013"/>
          </a:xfrm>
          <a:custGeom>
            <a:avLst/>
            <a:gdLst/>
            <a:ahLst/>
            <a:cxnLst/>
            <a:rect l="l" t="t" r="r" b="b"/>
            <a:pathLst>
              <a:path w="3698898" h="2433013">
                <a:moveTo>
                  <a:pt x="71823" y="0"/>
                </a:moveTo>
                <a:lnTo>
                  <a:pt x="3627076" y="0"/>
                </a:lnTo>
                <a:cubicBezTo>
                  <a:pt x="3666742" y="0"/>
                  <a:pt x="3698898" y="32156"/>
                  <a:pt x="3698898" y="71823"/>
                </a:cubicBezTo>
                <a:lnTo>
                  <a:pt x="3698898" y="2361191"/>
                </a:lnTo>
                <a:cubicBezTo>
                  <a:pt x="3698898" y="2400857"/>
                  <a:pt x="3666742" y="2433013"/>
                  <a:pt x="3627076" y="2433013"/>
                </a:cubicBezTo>
                <a:lnTo>
                  <a:pt x="71823" y="2433013"/>
                </a:lnTo>
                <a:cubicBezTo>
                  <a:pt x="32156" y="2433013"/>
                  <a:pt x="0" y="2400857"/>
                  <a:pt x="0" y="2361191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52" y="162500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1299" y="176864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07735" y="0"/>
                </a:moveTo>
                <a:cubicBezTo>
                  <a:pt x="109671" y="0"/>
                  <a:pt x="111607" y="421"/>
                  <a:pt x="113374" y="1220"/>
                </a:cubicBezTo>
                <a:lnTo>
                  <a:pt x="192660" y="34846"/>
                </a:lnTo>
                <a:cubicBezTo>
                  <a:pt x="201919" y="38759"/>
                  <a:pt x="208821" y="47892"/>
                  <a:pt x="208778" y="58918"/>
                </a:cubicBezTo>
                <a:cubicBezTo>
                  <a:pt x="208568" y="100665"/>
                  <a:pt x="191398" y="177047"/>
                  <a:pt x="118887" y="211766"/>
                </a:cubicBezTo>
                <a:cubicBezTo>
                  <a:pt x="111859" y="215133"/>
                  <a:pt x="103695" y="215133"/>
                  <a:pt x="96667" y="211766"/>
                </a:cubicBezTo>
                <a:cubicBezTo>
                  <a:pt x="24114" y="177047"/>
                  <a:pt x="6986" y="100665"/>
                  <a:pt x="6776" y="58918"/>
                </a:cubicBezTo>
                <a:cubicBezTo>
                  <a:pt x="6733" y="47892"/>
                  <a:pt x="13635" y="38759"/>
                  <a:pt x="22894" y="34846"/>
                </a:cubicBezTo>
                <a:lnTo>
                  <a:pt x="102138" y="1220"/>
                </a:lnTo>
                <a:cubicBezTo>
                  <a:pt x="103905" y="421"/>
                  <a:pt x="105799" y="0"/>
                  <a:pt x="107735" y="0"/>
                </a:cubicBezTo>
                <a:close/>
                <a:moveTo>
                  <a:pt x="107735" y="28112"/>
                </a:moveTo>
                <a:lnTo>
                  <a:pt x="107735" y="187231"/>
                </a:lnTo>
                <a:cubicBezTo>
                  <a:pt x="165811" y="159119"/>
                  <a:pt x="181424" y="96835"/>
                  <a:pt x="181803" y="59549"/>
                </a:cubicBezTo>
                <a:lnTo>
                  <a:pt x="107735" y="28154"/>
                </a:lnTo>
                <a:lnTo>
                  <a:pt x="107735" y="28154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8" name="Text 6"/>
          <p:cNvSpPr/>
          <p:nvPr/>
        </p:nvSpPr>
        <p:spPr>
          <a:xfrm>
            <a:off x="547652" y="2271411"/>
            <a:ext cx="34205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Security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652" y="2630527"/>
            <a:ext cx="340262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authentication system with secure login, user registration, and password protection mechanisms.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7652" y="3474451"/>
            <a:ext cx="538675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0635" y="3474451"/>
            <a:ext cx="852901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73316" y="3474451"/>
            <a:ext cx="1283841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Protection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8655" y="1440954"/>
            <a:ext cx="3698898" cy="2433013"/>
          </a:xfrm>
          <a:custGeom>
            <a:avLst/>
            <a:gdLst/>
            <a:ahLst/>
            <a:cxnLst/>
            <a:rect l="l" t="t" r="r" b="b"/>
            <a:pathLst>
              <a:path w="3698898" h="2433013">
                <a:moveTo>
                  <a:pt x="71823" y="0"/>
                </a:moveTo>
                <a:lnTo>
                  <a:pt x="3627076" y="0"/>
                </a:lnTo>
                <a:cubicBezTo>
                  <a:pt x="3666742" y="0"/>
                  <a:pt x="3698898" y="32156"/>
                  <a:pt x="3698898" y="71823"/>
                </a:cubicBezTo>
                <a:lnTo>
                  <a:pt x="3698898" y="2361191"/>
                </a:lnTo>
                <a:cubicBezTo>
                  <a:pt x="3698898" y="2400857"/>
                  <a:pt x="3666742" y="2433013"/>
                  <a:pt x="3627076" y="2433013"/>
                </a:cubicBezTo>
                <a:lnTo>
                  <a:pt x="71823" y="2433013"/>
                </a:lnTo>
                <a:cubicBezTo>
                  <a:pt x="32156" y="2433013"/>
                  <a:pt x="0" y="2400857"/>
                  <a:pt x="0" y="2361191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2702" y="162500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89816" y="1768648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188536" y="86609"/>
                </a:moveTo>
                <a:cubicBezTo>
                  <a:pt x="182308" y="90733"/>
                  <a:pt x="175153" y="94058"/>
                  <a:pt x="167705" y="96709"/>
                </a:cubicBezTo>
                <a:cubicBezTo>
                  <a:pt x="147925" y="103779"/>
                  <a:pt x="121959" y="107735"/>
                  <a:pt x="94268" y="107735"/>
                </a:cubicBezTo>
                <a:cubicBezTo>
                  <a:pt x="66577" y="107735"/>
                  <a:pt x="40569" y="103737"/>
                  <a:pt x="20832" y="96709"/>
                </a:cubicBezTo>
                <a:cubicBezTo>
                  <a:pt x="13425" y="94058"/>
                  <a:pt x="6228" y="90733"/>
                  <a:pt x="0" y="86609"/>
                </a:cubicBezTo>
                <a:lnTo>
                  <a:pt x="0" y="121202"/>
                </a:lnTo>
                <a:cubicBezTo>
                  <a:pt x="0" y="139803"/>
                  <a:pt x="42210" y="154869"/>
                  <a:pt x="94268" y="154869"/>
                </a:cubicBezTo>
                <a:cubicBezTo>
                  <a:pt x="146326" y="154869"/>
                  <a:pt x="188536" y="139803"/>
                  <a:pt x="188536" y="121202"/>
                </a:cubicBezTo>
                <a:lnTo>
                  <a:pt x="188536" y="86609"/>
                </a:lnTo>
                <a:close/>
                <a:moveTo>
                  <a:pt x="188536" y="53867"/>
                </a:moveTo>
                <a:lnTo>
                  <a:pt x="188536" y="33667"/>
                </a:lnTo>
                <a:cubicBezTo>
                  <a:pt x="188536" y="15066"/>
                  <a:pt x="146326" y="0"/>
                  <a:pt x="94268" y="0"/>
                </a:cubicBezTo>
                <a:cubicBezTo>
                  <a:pt x="42210" y="0"/>
                  <a:pt x="0" y="15066"/>
                  <a:pt x="0" y="33667"/>
                </a:cubicBezTo>
                <a:lnTo>
                  <a:pt x="0" y="53867"/>
                </a:lnTo>
                <a:cubicBezTo>
                  <a:pt x="0" y="72469"/>
                  <a:pt x="42210" y="87535"/>
                  <a:pt x="94268" y="87535"/>
                </a:cubicBezTo>
                <a:cubicBezTo>
                  <a:pt x="146326" y="87535"/>
                  <a:pt x="188536" y="72469"/>
                  <a:pt x="188536" y="53867"/>
                </a:cubicBezTo>
                <a:close/>
                <a:moveTo>
                  <a:pt x="167705" y="164043"/>
                </a:moveTo>
                <a:cubicBezTo>
                  <a:pt x="147967" y="171071"/>
                  <a:pt x="122001" y="175069"/>
                  <a:pt x="94268" y="175069"/>
                </a:cubicBezTo>
                <a:cubicBezTo>
                  <a:pt x="66535" y="175069"/>
                  <a:pt x="40569" y="171071"/>
                  <a:pt x="20832" y="164043"/>
                </a:cubicBezTo>
                <a:cubicBezTo>
                  <a:pt x="13425" y="161392"/>
                  <a:pt x="6228" y="158067"/>
                  <a:pt x="0" y="153943"/>
                </a:cubicBezTo>
                <a:lnTo>
                  <a:pt x="0" y="181803"/>
                </a:lnTo>
                <a:cubicBezTo>
                  <a:pt x="0" y="200404"/>
                  <a:pt x="42210" y="215470"/>
                  <a:pt x="94268" y="215470"/>
                </a:cubicBezTo>
                <a:cubicBezTo>
                  <a:pt x="146326" y="215470"/>
                  <a:pt x="188536" y="200404"/>
                  <a:pt x="188536" y="181803"/>
                </a:cubicBezTo>
                <a:lnTo>
                  <a:pt x="188536" y="153943"/>
                </a:lnTo>
                <a:cubicBezTo>
                  <a:pt x="182308" y="158067"/>
                  <a:pt x="175153" y="161392"/>
                  <a:pt x="167705" y="164043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6" name="Text 14"/>
          <p:cNvSpPr/>
          <p:nvPr/>
        </p:nvSpPr>
        <p:spPr>
          <a:xfrm>
            <a:off x="4432702" y="2271411"/>
            <a:ext cx="34205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Isolation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702" y="2630527"/>
            <a:ext cx="34026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 separation of data between different business accounts ensuring privacy and security compliance.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2702" y="3241025"/>
            <a:ext cx="888813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5683" y="3241025"/>
            <a:ext cx="628454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3355" y="3241025"/>
            <a:ext cx="673343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3705" y="1440954"/>
            <a:ext cx="3698898" cy="2433013"/>
          </a:xfrm>
          <a:custGeom>
            <a:avLst/>
            <a:gdLst/>
            <a:ahLst/>
            <a:cxnLst/>
            <a:rect l="l" t="t" r="r" b="b"/>
            <a:pathLst>
              <a:path w="3698898" h="2433013">
                <a:moveTo>
                  <a:pt x="71823" y="0"/>
                </a:moveTo>
                <a:lnTo>
                  <a:pt x="3627076" y="0"/>
                </a:lnTo>
                <a:cubicBezTo>
                  <a:pt x="3666742" y="0"/>
                  <a:pt x="3698898" y="32156"/>
                  <a:pt x="3698898" y="71823"/>
                </a:cubicBezTo>
                <a:lnTo>
                  <a:pt x="3698898" y="2361191"/>
                </a:lnTo>
                <a:cubicBezTo>
                  <a:pt x="3698898" y="2400857"/>
                  <a:pt x="3666742" y="2433013"/>
                  <a:pt x="3627076" y="2433013"/>
                </a:cubicBezTo>
                <a:lnTo>
                  <a:pt x="71823" y="2433013"/>
                </a:lnTo>
                <a:cubicBezTo>
                  <a:pt x="32156" y="2433013"/>
                  <a:pt x="0" y="2400857"/>
                  <a:pt x="0" y="2361191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17752" y="162500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61398" y="176864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15470" y="40401"/>
                </a:moveTo>
                <a:cubicBezTo>
                  <a:pt x="215470" y="61527"/>
                  <a:pt x="190598" y="93048"/>
                  <a:pt x="179867" y="105631"/>
                </a:cubicBezTo>
                <a:cubicBezTo>
                  <a:pt x="178268" y="107482"/>
                  <a:pt x="175911" y="108198"/>
                  <a:pt x="173765" y="107735"/>
                </a:cubicBezTo>
                <a:lnTo>
                  <a:pt x="134669" y="107735"/>
                </a:lnTo>
                <a:cubicBezTo>
                  <a:pt x="127220" y="107735"/>
                  <a:pt x="121202" y="113753"/>
                  <a:pt x="121202" y="121202"/>
                </a:cubicBezTo>
                <a:cubicBezTo>
                  <a:pt x="121202" y="128651"/>
                  <a:pt x="127220" y="134669"/>
                  <a:pt x="134669" y="134669"/>
                </a:cubicBezTo>
                <a:lnTo>
                  <a:pt x="175069" y="134669"/>
                </a:lnTo>
                <a:cubicBezTo>
                  <a:pt x="197374" y="134669"/>
                  <a:pt x="215470" y="152765"/>
                  <a:pt x="215470" y="175069"/>
                </a:cubicBezTo>
                <a:cubicBezTo>
                  <a:pt x="215470" y="197374"/>
                  <a:pt x="197374" y="215470"/>
                  <a:pt x="175069" y="215470"/>
                </a:cubicBezTo>
                <a:lnTo>
                  <a:pt x="58749" y="215470"/>
                </a:lnTo>
                <a:cubicBezTo>
                  <a:pt x="62410" y="211303"/>
                  <a:pt x="66871" y="205959"/>
                  <a:pt x="71374" y="199983"/>
                </a:cubicBezTo>
                <a:cubicBezTo>
                  <a:pt x="74026" y="196448"/>
                  <a:pt x="76761" y="192576"/>
                  <a:pt x="79370" y="188536"/>
                </a:cubicBezTo>
                <a:lnTo>
                  <a:pt x="175069" y="188536"/>
                </a:lnTo>
                <a:cubicBezTo>
                  <a:pt x="182518" y="188536"/>
                  <a:pt x="188536" y="182518"/>
                  <a:pt x="188536" y="175069"/>
                </a:cubicBezTo>
                <a:cubicBezTo>
                  <a:pt x="188536" y="167620"/>
                  <a:pt x="182518" y="161602"/>
                  <a:pt x="175069" y="161602"/>
                </a:cubicBezTo>
                <a:lnTo>
                  <a:pt x="134669" y="161602"/>
                </a:lnTo>
                <a:cubicBezTo>
                  <a:pt x="112364" y="161602"/>
                  <a:pt x="94268" y="143506"/>
                  <a:pt x="94268" y="121202"/>
                </a:cubicBezTo>
                <a:cubicBezTo>
                  <a:pt x="94268" y="98897"/>
                  <a:pt x="112364" y="80801"/>
                  <a:pt x="134669" y="80801"/>
                </a:cubicBezTo>
                <a:lnTo>
                  <a:pt x="151418" y="80801"/>
                </a:lnTo>
                <a:cubicBezTo>
                  <a:pt x="142580" y="67545"/>
                  <a:pt x="134669" y="52310"/>
                  <a:pt x="134669" y="40401"/>
                </a:cubicBezTo>
                <a:cubicBezTo>
                  <a:pt x="134669" y="18096"/>
                  <a:pt x="152765" y="0"/>
                  <a:pt x="175069" y="0"/>
                </a:cubicBezTo>
                <a:cubicBezTo>
                  <a:pt x="197374" y="0"/>
                  <a:pt x="215470" y="18096"/>
                  <a:pt x="215470" y="40401"/>
                </a:cubicBezTo>
                <a:close/>
                <a:moveTo>
                  <a:pt x="49280" y="205833"/>
                </a:moveTo>
                <a:cubicBezTo>
                  <a:pt x="47681" y="207642"/>
                  <a:pt x="46250" y="209241"/>
                  <a:pt x="45030" y="210588"/>
                </a:cubicBezTo>
                <a:lnTo>
                  <a:pt x="44272" y="211430"/>
                </a:lnTo>
                <a:lnTo>
                  <a:pt x="44188" y="211346"/>
                </a:lnTo>
                <a:cubicBezTo>
                  <a:pt x="41663" y="213281"/>
                  <a:pt x="38044" y="213029"/>
                  <a:pt x="35771" y="210588"/>
                </a:cubicBezTo>
                <a:cubicBezTo>
                  <a:pt x="25166" y="199057"/>
                  <a:pt x="0" y="169388"/>
                  <a:pt x="0" y="148135"/>
                </a:cubicBezTo>
                <a:cubicBezTo>
                  <a:pt x="0" y="125831"/>
                  <a:pt x="18096" y="107735"/>
                  <a:pt x="40401" y="107735"/>
                </a:cubicBezTo>
                <a:cubicBezTo>
                  <a:pt x="62705" y="107735"/>
                  <a:pt x="80801" y="125831"/>
                  <a:pt x="80801" y="148135"/>
                </a:cubicBezTo>
                <a:cubicBezTo>
                  <a:pt x="80801" y="160761"/>
                  <a:pt x="71921" y="176332"/>
                  <a:pt x="62495" y="189336"/>
                </a:cubicBezTo>
                <a:cubicBezTo>
                  <a:pt x="57992" y="195522"/>
                  <a:pt x="53362" y="201119"/>
                  <a:pt x="49533" y="205538"/>
                </a:cubicBezTo>
                <a:lnTo>
                  <a:pt x="49280" y="205833"/>
                </a:lnTo>
                <a:close/>
                <a:moveTo>
                  <a:pt x="53867" y="148135"/>
                </a:moveTo>
                <a:cubicBezTo>
                  <a:pt x="53867" y="140703"/>
                  <a:pt x="47833" y="134669"/>
                  <a:pt x="40401" y="134669"/>
                </a:cubicBezTo>
                <a:cubicBezTo>
                  <a:pt x="32968" y="134669"/>
                  <a:pt x="26934" y="140703"/>
                  <a:pt x="26934" y="148135"/>
                </a:cubicBezTo>
                <a:cubicBezTo>
                  <a:pt x="26934" y="155568"/>
                  <a:pt x="32968" y="161602"/>
                  <a:pt x="40401" y="161602"/>
                </a:cubicBezTo>
                <a:cubicBezTo>
                  <a:pt x="47833" y="161602"/>
                  <a:pt x="53867" y="155568"/>
                  <a:pt x="53867" y="148135"/>
                </a:cubicBezTo>
                <a:close/>
                <a:moveTo>
                  <a:pt x="175069" y="53867"/>
                </a:moveTo>
                <a:cubicBezTo>
                  <a:pt x="182502" y="53867"/>
                  <a:pt x="188536" y="47833"/>
                  <a:pt x="188536" y="40401"/>
                </a:cubicBezTo>
                <a:cubicBezTo>
                  <a:pt x="188536" y="32968"/>
                  <a:pt x="182502" y="26934"/>
                  <a:pt x="175069" y="26934"/>
                </a:cubicBezTo>
                <a:cubicBezTo>
                  <a:pt x="167637" y="26934"/>
                  <a:pt x="161602" y="32968"/>
                  <a:pt x="161602" y="40401"/>
                </a:cubicBezTo>
                <a:cubicBezTo>
                  <a:pt x="161602" y="47833"/>
                  <a:pt x="167637" y="53867"/>
                  <a:pt x="175069" y="53867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4" name="Text 22"/>
          <p:cNvSpPr/>
          <p:nvPr/>
        </p:nvSpPr>
        <p:spPr>
          <a:xfrm>
            <a:off x="8317752" y="2271411"/>
            <a:ext cx="34205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 Flow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17752" y="2630527"/>
            <a:ext cx="34026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order creation and status management system with  tracking capabilities.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17752" y="3241025"/>
            <a:ext cx="1005526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Creation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43618" y="3241025"/>
            <a:ext cx="1238951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Management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3605" y="4062504"/>
            <a:ext cx="3698898" cy="2433013"/>
          </a:xfrm>
          <a:custGeom>
            <a:avLst/>
            <a:gdLst/>
            <a:ahLst/>
            <a:cxnLst/>
            <a:rect l="l" t="t" r="r" b="b"/>
            <a:pathLst>
              <a:path w="3698898" h="2433013">
                <a:moveTo>
                  <a:pt x="71823" y="0"/>
                </a:moveTo>
                <a:lnTo>
                  <a:pt x="3627076" y="0"/>
                </a:lnTo>
                <a:cubicBezTo>
                  <a:pt x="3666742" y="0"/>
                  <a:pt x="3698898" y="32156"/>
                  <a:pt x="3698898" y="71823"/>
                </a:cubicBezTo>
                <a:lnTo>
                  <a:pt x="3698898" y="2361191"/>
                </a:lnTo>
                <a:cubicBezTo>
                  <a:pt x="3698898" y="2400857"/>
                  <a:pt x="3666742" y="2433013"/>
                  <a:pt x="3627076" y="2433013"/>
                </a:cubicBezTo>
                <a:lnTo>
                  <a:pt x="71823" y="2433013"/>
                </a:lnTo>
                <a:cubicBezTo>
                  <a:pt x="32156" y="2433013"/>
                  <a:pt x="0" y="2400857"/>
                  <a:pt x="0" y="2361191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652" y="424655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77832" y="4390197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176542" y="40401"/>
                </a:moveTo>
                <a:cubicBezTo>
                  <a:pt x="169556" y="40401"/>
                  <a:pt x="162781" y="42294"/>
                  <a:pt x="156847" y="45745"/>
                </a:cubicBezTo>
                <a:cubicBezTo>
                  <a:pt x="150198" y="39012"/>
                  <a:pt x="142454" y="33373"/>
                  <a:pt x="133911" y="29122"/>
                </a:cubicBezTo>
                <a:cubicBezTo>
                  <a:pt x="145779" y="19022"/>
                  <a:pt x="160887" y="13467"/>
                  <a:pt x="176542" y="13467"/>
                </a:cubicBezTo>
                <a:cubicBezTo>
                  <a:pt x="212903" y="13467"/>
                  <a:pt x="242404" y="42926"/>
                  <a:pt x="242404" y="79328"/>
                </a:cubicBezTo>
                <a:cubicBezTo>
                  <a:pt x="242404" y="96793"/>
                  <a:pt x="235460" y="113542"/>
                  <a:pt x="223129" y="125873"/>
                </a:cubicBezTo>
                <a:lnTo>
                  <a:pt x="193207" y="155795"/>
                </a:lnTo>
                <a:cubicBezTo>
                  <a:pt x="180877" y="168125"/>
                  <a:pt x="164127" y="175069"/>
                  <a:pt x="146663" y="175069"/>
                </a:cubicBezTo>
                <a:cubicBezTo>
                  <a:pt x="110302" y="175069"/>
                  <a:pt x="80801" y="145610"/>
                  <a:pt x="80801" y="109208"/>
                </a:cubicBezTo>
                <a:cubicBezTo>
                  <a:pt x="80801" y="108577"/>
                  <a:pt x="80801" y="107945"/>
                  <a:pt x="80843" y="107314"/>
                </a:cubicBezTo>
                <a:cubicBezTo>
                  <a:pt x="81054" y="99865"/>
                  <a:pt x="87240" y="94016"/>
                  <a:pt x="94689" y="94226"/>
                </a:cubicBezTo>
                <a:cubicBezTo>
                  <a:pt x="102138" y="94436"/>
                  <a:pt x="107987" y="100623"/>
                  <a:pt x="107777" y="108072"/>
                </a:cubicBezTo>
                <a:cubicBezTo>
                  <a:pt x="107777" y="108450"/>
                  <a:pt x="107777" y="108829"/>
                  <a:pt x="107777" y="109166"/>
                </a:cubicBezTo>
                <a:cubicBezTo>
                  <a:pt x="107777" y="130671"/>
                  <a:pt x="125200" y="148093"/>
                  <a:pt x="146705" y="148093"/>
                </a:cubicBezTo>
                <a:cubicBezTo>
                  <a:pt x="157015" y="148093"/>
                  <a:pt x="166905" y="144011"/>
                  <a:pt x="174228" y="136689"/>
                </a:cubicBezTo>
                <a:lnTo>
                  <a:pt x="204149" y="106767"/>
                </a:lnTo>
                <a:cubicBezTo>
                  <a:pt x="211430" y="99486"/>
                  <a:pt x="215554" y="89555"/>
                  <a:pt x="215554" y="79244"/>
                </a:cubicBezTo>
                <a:cubicBezTo>
                  <a:pt x="215554" y="57739"/>
                  <a:pt x="198131" y="40316"/>
                  <a:pt x="176626" y="40316"/>
                </a:cubicBezTo>
                <a:close/>
                <a:moveTo>
                  <a:pt x="115815" y="72931"/>
                </a:moveTo>
                <a:cubicBezTo>
                  <a:pt x="115015" y="72595"/>
                  <a:pt x="114216" y="72132"/>
                  <a:pt x="113500" y="71627"/>
                </a:cubicBezTo>
                <a:cubicBezTo>
                  <a:pt x="108198" y="68891"/>
                  <a:pt x="102138" y="67334"/>
                  <a:pt x="95783" y="67334"/>
                </a:cubicBezTo>
                <a:cubicBezTo>
                  <a:pt x="85472" y="67334"/>
                  <a:pt x="75583" y="71416"/>
                  <a:pt x="68260" y="78739"/>
                </a:cubicBezTo>
                <a:lnTo>
                  <a:pt x="38338" y="108661"/>
                </a:lnTo>
                <a:cubicBezTo>
                  <a:pt x="31058" y="115941"/>
                  <a:pt x="26934" y="125873"/>
                  <a:pt x="26934" y="136184"/>
                </a:cubicBezTo>
                <a:cubicBezTo>
                  <a:pt x="26934" y="157689"/>
                  <a:pt x="44356" y="175111"/>
                  <a:pt x="65861" y="175111"/>
                </a:cubicBezTo>
                <a:cubicBezTo>
                  <a:pt x="72805" y="175111"/>
                  <a:pt x="79581" y="173260"/>
                  <a:pt x="85515" y="169809"/>
                </a:cubicBezTo>
                <a:cubicBezTo>
                  <a:pt x="92164" y="176542"/>
                  <a:pt x="99907" y="182181"/>
                  <a:pt x="108492" y="186432"/>
                </a:cubicBezTo>
                <a:cubicBezTo>
                  <a:pt x="96625" y="196490"/>
                  <a:pt x="81559" y="202087"/>
                  <a:pt x="65861" y="202087"/>
                </a:cubicBezTo>
                <a:cubicBezTo>
                  <a:pt x="29501" y="202087"/>
                  <a:pt x="0" y="172628"/>
                  <a:pt x="0" y="136226"/>
                </a:cubicBezTo>
                <a:cubicBezTo>
                  <a:pt x="0" y="118761"/>
                  <a:pt x="6944" y="102011"/>
                  <a:pt x="19274" y="89681"/>
                </a:cubicBezTo>
                <a:lnTo>
                  <a:pt x="49196" y="59759"/>
                </a:lnTo>
                <a:cubicBezTo>
                  <a:pt x="61527" y="47429"/>
                  <a:pt x="78276" y="40485"/>
                  <a:pt x="95741" y="40485"/>
                </a:cubicBezTo>
                <a:cubicBezTo>
                  <a:pt x="132186" y="40485"/>
                  <a:pt x="161602" y="70196"/>
                  <a:pt x="161602" y="106514"/>
                </a:cubicBezTo>
                <a:cubicBezTo>
                  <a:pt x="161602" y="107062"/>
                  <a:pt x="161602" y="107609"/>
                  <a:pt x="161602" y="108156"/>
                </a:cubicBezTo>
                <a:cubicBezTo>
                  <a:pt x="161434" y="115605"/>
                  <a:pt x="155248" y="121454"/>
                  <a:pt x="147799" y="121286"/>
                </a:cubicBezTo>
                <a:cubicBezTo>
                  <a:pt x="140350" y="121118"/>
                  <a:pt x="134500" y="114931"/>
                  <a:pt x="134669" y="107482"/>
                </a:cubicBezTo>
                <a:cubicBezTo>
                  <a:pt x="134669" y="107146"/>
                  <a:pt x="134669" y="106851"/>
                  <a:pt x="134669" y="106514"/>
                </a:cubicBezTo>
                <a:cubicBezTo>
                  <a:pt x="134669" y="92332"/>
                  <a:pt x="127094" y="79875"/>
                  <a:pt x="115815" y="73016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1" name="Text 29"/>
          <p:cNvSpPr/>
          <p:nvPr/>
        </p:nvSpPr>
        <p:spPr>
          <a:xfrm>
            <a:off x="547652" y="4892960"/>
            <a:ext cx="34205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Tracking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7652" y="5252077"/>
            <a:ext cx="340262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can view order status via secure, shareable tracking links without requiring account registration.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7652" y="6096000"/>
            <a:ext cx="888813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Links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53018" y="6096000"/>
            <a:ext cx="1185084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Login Required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48655" y="4062504"/>
            <a:ext cx="3698898" cy="2433013"/>
          </a:xfrm>
          <a:custGeom>
            <a:avLst/>
            <a:gdLst/>
            <a:ahLst/>
            <a:cxnLst/>
            <a:rect l="l" t="t" r="r" b="b"/>
            <a:pathLst>
              <a:path w="3698898" h="2433013">
                <a:moveTo>
                  <a:pt x="71823" y="0"/>
                </a:moveTo>
                <a:lnTo>
                  <a:pt x="3627076" y="0"/>
                </a:lnTo>
                <a:cubicBezTo>
                  <a:pt x="3666742" y="0"/>
                  <a:pt x="3698898" y="32156"/>
                  <a:pt x="3698898" y="71823"/>
                </a:cubicBezTo>
                <a:lnTo>
                  <a:pt x="3698898" y="2361191"/>
                </a:lnTo>
                <a:cubicBezTo>
                  <a:pt x="3698898" y="2400857"/>
                  <a:pt x="3666742" y="2433013"/>
                  <a:pt x="3627076" y="2433013"/>
                </a:cubicBezTo>
                <a:lnTo>
                  <a:pt x="71823" y="2433013"/>
                </a:lnTo>
                <a:cubicBezTo>
                  <a:pt x="32156" y="2433013"/>
                  <a:pt x="0" y="2400857"/>
                  <a:pt x="0" y="2361191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2702" y="424655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6349" y="4390197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0200" y="26934"/>
                </a:moveTo>
                <a:cubicBezTo>
                  <a:pt x="9048" y="26934"/>
                  <a:pt x="0" y="35982"/>
                  <a:pt x="0" y="47134"/>
                </a:cubicBezTo>
                <a:cubicBezTo>
                  <a:pt x="0" y="53489"/>
                  <a:pt x="2988" y="59465"/>
                  <a:pt x="8080" y="63294"/>
                </a:cubicBezTo>
                <a:lnTo>
                  <a:pt x="95615" y="128945"/>
                </a:lnTo>
                <a:cubicBezTo>
                  <a:pt x="102811" y="134332"/>
                  <a:pt x="112659" y="134332"/>
                  <a:pt x="119855" y="128945"/>
                </a:cubicBezTo>
                <a:lnTo>
                  <a:pt x="207390" y="63294"/>
                </a:lnTo>
                <a:cubicBezTo>
                  <a:pt x="212482" y="59465"/>
                  <a:pt x="215470" y="53489"/>
                  <a:pt x="215470" y="47134"/>
                </a:cubicBezTo>
                <a:cubicBezTo>
                  <a:pt x="215470" y="35982"/>
                  <a:pt x="206422" y="26934"/>
                  <a:pt x="195270" y="26934"/>
                </a:cubicBezTo>
                <a:lnTo>
                  <a:pt x="20200" y="26934"/>
                </a:lnTo>
                <a:close/>
                <a:moveTo>
                  <a:pt x="0" y="82485"/>
                </a:moveTo>
                <a:lnTo>
                  <a:pt x="0" y="161602"/>
                </a:lnTo>
                <a:cubicBezTo>
                  <a:pt x="0" y="176458"/>
                  <a:pt x="12078" y="188536"/>
                  <a:pt x="26934" y="188536"/>
                </a:cubicBezTo>
                <a:lnTo>
                  <a:pt x="188536" y="188536"/>
                </a:lnTo>
                <a:cubicBezTo>
                  <a:pt x="203392" y="188536"/>
                  <a:pt x="215470" y="176458"/>
                  <a:pt x="215470" y="161602"/>
                </a:cubicBezTo>
                <a:lnTo>
                  <a:pt x="215470" y="82485"/>
                </a:lnTo>
                <a:lnTo>
                  <a:pt x="131975" y="145105"/>
                </a:lnTo>
                <a:cubicBezTo>
                  <a:pt x="117625" y="155879"/>
                  <a:pt x="97845" y="155879"/>
                  <a:pt x="83495" y="145105"/>
                </a:cubicBezTo>
                <a:lnTo>
                  <a:pt x="0" y="82485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8" name="Text 36"/>
          <p:cNvSpPr/>
          <p:nvPr/>
        </p:nvSpPr>
        <p:spPr>
          <a:xfrm>
            <a:off x="4432702" y="4892960"/>
            <a:ext cx="34205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32702" y="5252077"/>
            <a:ext cx="340262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email confirmations and updates powered by Resend API for reliable high-volume delivery.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32702" y="5862574"/>
            <a:ext cx="825968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Resend API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75644" y="5862574"/>
            <a:ext cx="816990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09467" y="5862574"/>
            <a:ext cx="906769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Volume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3705" y="4062504"/>
            <a:ext cx="3698898" cy="2433013"/>
          </a:xfrm>
          <a:custGeom>
            <a:avLst/>
            <a:gdLst/>
            <a:ahLst/>
            <a:cxnLst/>
            <a:rect l="l" t="t" r="r" b="b"/>
            <a:pathLst>
              <a:path w="3698898" h="2433013">
                <a:moveTo>
                  <a:pt x="71823" y="0"/>
                </a:moveTo>
                <a:lnTo>
                  <a:pt x="3627076" y="0"/>
                </a:lnTo>
                <a:cubicBezTo>
                  <a:pt x="3666742" y="0"/>
                  <a:pt x="3698898" y="32156"/>
                  <a:pt x="3698898" y="71823"/>
                </a:cubicBezTo>
                <a:lnTo>
                  <a:pt x="3698898" y="2361191"/>
                </a:lnTo>
                <a:cubicBezTo>
                  <a:pt x="3698898" y="2400857"/>
                  <a:pt x="3666742" y="2433013"/>
                  <a:pt x="3627076" y="2433013"/>
                </a:cubicBezTo>
                <a:lnTo>
                  <a:pt x="71823" y="2433013"/>
                </a:lnTo>
                <a:cubicBezTo>
                  <a:pt x="32156" y="2433013"/>
                  <a:pt x="0" y="2400857"/>
                  <a:pt x="0" y="2361191"/>
                </a:cubicBezTo>
                <a:lnTo>
                  <a:pt x="0" y="71823"/>
                </a:lnTo>
                <a:cubicBezTo>
                  <a:pt x="0" y="32183"/>
                  <a:pt x="32183" y="0"/>
                  <a:pt x="71823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17752" y="4246551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47932" y="4390197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121202" y="26934"/>
                </a:moveTo>
                <a:cubicBezTo>
                  <a:pt x="165811" y="26934"/>
                  <a:pt x="202003" y="63126"/>
                  <a:pt x="202003" y="107735"/>
                </a:cubicBezTo>
                <a:cubicBezTo>
                  <a:pt x="202003" y="152344"/>
                  <a:pt x="165811" y="188536"/>
                  <a:pt x="121202" y="188536"/>
                </a:cubicBezTo>
                <a:cubicBezTo>
                  <a:pt x="93763" y="188536"/>
                  <a:pt x="69481" y="174859"/>
                  <a:pt x="54877" y="153901"/>
                </a:cubicBezTo>
                <a:cubicBezTo>
                  <a:pt x="50627" y="147799"/>
                  <a:pt x="42210" y="146326"/>
                  <a:pt x="36108" y="150576"/>
                </a:cubicBezTo>
                <a:cubicBezTo>
                  <a:pt x="30006" y="154827"/>
                  <a:pt x="28533" y="163244"/>
                  <a:pt x="32783" y="169346"/>
                </a:cubicBezTo>
                <a:cubicBezTo>
                  <a:pt x="52226" y="197205"/>
                  <a:pt x="84589" y="215470"/>
                  <a:pt x="121202" y="215470"/>
                </a:cubicBezTo>
                <a:cubicBezTo>
                  <a:pt x="180708" y="215470"/>
                  <a:pt x="228937" y="167242"/>
                  <a:pt x="228937" y="107735"/>
                </a:cubicBezTo>
                <a:cubicBezTo>
                  <a:pt x="228937" y="48228"/>
                  <a:pt x="180708" y="0"/>
                  <a:pt x="121202" y="0"/>
                </a:cubicBezTo>
                <a:cubicBezTo>
                  <a:pt x="85136" y="0"/>
                  <a:pt x="53236" y="17717"/>
                  <a:pt x="33667" y="44904"/>
                </a:cubicBezTo>
                <a:lnTo>
                  <a:pt x="33667" y="33667"/>
                </a:lnTo>
                <a:cubicBezTo>
                  <a:pt x="33667" y="26218"/>
                  <a:pt x="27649" y="20200"/>
                  <a:pt x="20200" y="20200"/>
                </a:cubicBezTo>
                <a:cubicBezTo>
                  <a:pt x="12751" y="20200"/>
                  <a:pt x="6733" y="26218"/>
                  <a:pt x="6733" y="33667"/>
                </a:cubicBezTo>
                <a:lnTo>
                  <a:pt x="6733" y="80801"/>
                </a:lnTo>
                <a:cubicBezTo>
                  <a:pt x="6733" y="88250"/>
                  <a:pt x="12751" y="94268"/>
                  <a:pt x="20200" y="94268"/>
                </a:cubicBezTo>
                <a:lnTo>
                  <a:pt x="30553" y="94268"/>
                </a:lnTo>
                <a:cubicBezTo>
                  <a:pt x="30763" y="94268"/>
                  <a:pt x="30974" y="94268"/>
                  <a:pt x="31184" y="94268"/>
                </a:cubicBezTo>
                <a:lnTo>
                  <a:pt x="67376" y="94268"/>
                </a:lnTo>
                <a:cubicBezTo>
                  <a:pt x="74825" y="94268"/>
                  <a:pt x="80843" y="88250"/>
                  <a:pt x="80843" y="80801"/>
                </a:cubicBezTo>
                <a:cubicBezTo>
                  <a:pt x="80843" y="73352"/>
                  <a:pt x="74825" y="67334"/>
                  <a:pt x="67376" y="67334"/>
                </a:cubicBezTo>
                <a:lnTo>
                  <a:pt x="51258" y="67334"/>
                </a:lnTo>
                <a:cubicBezTo>
                  <a:pt x="65188" y="43178"/>
                  <a:pt x="91322" y="26934"/>
                  <a:pt x="121202" y="26934"/>
                </a:cubicBezTo>
                <a:close/>
                <a:moveTo>
                  <a:pt x="131302" y="63968"/>
                </a:moveTo>
                <a:cubicBezTo>
                  <a:pt x="131302" y="58370"/>
                  <a:pt x="126799" y="53867"/>
                  <a:pt x="121202" y="53867"/>
                </a:cubicBezTo>
                <a:cubicBezTo>
                  <a:pt x="115605" y="53867"/>
                  <a:pt x="111102" y="58370"/>
                  <a:pt x="111102" y="63968"/>
                </a:cubicBezTo>
                <a:lnTo>
                  <a:pt x="111102" y="107735"/>
                </a:lnTo>
                <a:cubicBezTo>
                  <a:pt x="111102" y="110428"/>
                  <a:pt x="112154" y="112995"/>
                  <a:pt x="114047" y="114889"/>
                </a:cubicBezTo>
                <a:lnTo>
                  <a:pt x="144348" y="145190"/>
                </a:lnTo>
                <a:cubicBezTo>
                  <a:pt x="148304" y="149146"/>
                  <a:pt x="154701" y="149146"/>
                  <a:pt x="158614" y="145190"/>
                </a:cubicBezTo>
                <a:cubicBezTo>
                  <a:pt x="162528" y="141234"/>
                  <a:pt x="162570" y="134837"/>
                  <a:pt x="158614" y="130923"/>
                </a:cubicBezTo>
                <a:lnTo>
                  <a:pt x="131260" y="103569"/>
                </a:lnTo>
                <a:lnTo>
                  <a:pt x="131260" y="63968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6" name="Text 44"/>
          <p:cNvSpPr/>
          <p:nvPr/>
        </p:nvSpPr>
        <p:spPr>
          <a:xfrm>
            <a:off x="8317752" y="4892960"/>
            <a:ext cx="342058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History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17752" y="5252077"/>
            <a:ext cx="340262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system logging that records every order update and action for accountability and traceability.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17752" y="6096000"/>
            <a:ext cx="852901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Logging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88048" y="6096000"/>
            <a:ext cx="843923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049927" y="6096000"/>
            <a:ext cx="978592" cy="215470"/>
          </a:xfrm>
          <a:prstGeom prst="rect">
            <a:avLst/>
          </a:prstGeom>
          <a:noFill/>
          <a:ln/>
        </p:spPr>
        <p:txBody>
          <a:bodyPr wrap="square" lIns="107735" tIns="35912" rIns="107735" bIns="35912" rtlCol="0" anchor="ctr"/>
          <a:lstStyle/>
          <a:p>
            <a:pPr>
              <a:lnSpc>
                <a:spcPct val="110000"/>
              </a:lnSpc>
            </a:pPr>
            <a:r>
              <a:rPr lang="en-US" sz="848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967394" y="6643652"/>
            <a:ext cx="193025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Features Production Ready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35278" y="6661608"/>
            <a:ext cx="179558" cy="179558"/>
          </a:xfrm>
          <a:custGeom>
            <a:avLst/>
            <a:gdLst/>
            <a:ahLst/>
            <a:cxnLst/>
            <a:rect l="l" t="t" r="r" b="b"/>
            <a:pathLst>
              <a:path w="179558" h="179558">
                <a:moveTo>
                  <a:pt x="89779" y="179558"/>
                </a:moveTo>
                <a:cubicBezTo>
                  <a:pt x="139330" y="179558"/>
                  <a:pt x="179558" y="139330"/>
                  <a:pt x="179558" y="89779"/>
                </a:cubicBezTo>
                <a:cubicBezTo>
                  <a:pt x="179558" y="40229"/>
                  <a:pt x="139330" y="0"/>
                  <a:pt x="89779" y="0"/>
                </a:cubicBezTo>
                <a:cubicBezTo>
                  <a:pt x="40229" y="0"/>
                  <a:pt x="0" y="40229"/>
                  <a:pt x="0" y="89779"/>
                </a:cubicBezTo>
                <a:cubicBezTo>
                  <a:pt x="0" y="139330"/>
                  <a:pt x="40229" y="179558"/>
                  <a:pt x="89779" y="179558"/>
                </a:cubicBezTo>
                <a:close/>
                <a:moveTo>
                  <a:pt x="119378" y="74594"/>
                </a:moveTo>
                <a:lnTo>
                  <a:pt x="91322" y="119483"/>
                </a:lnTo>
                <a:cubicBezTo>
                  <a:pt x="89849" y="121833"/>
                  <a:pt x="87324" y="123306"/>
                  <a:pt x="84554" y="123446"/>
                </a:cubicBezTo>
                <a:cubicBezTo>
                  <a:pt x="81783" y="123587"/>
                  <a:pt x="79118" y="122324"/>
                  <a:pt x="77470" y="120080"/>
                </a:cubicBezTo>
                <a:lnTo>
                  <a:pt x="60636" y="97635"/>
                </a:lnTo>
                <a:cubicBezTo>
                  <a:pt x="57830" y="93917"/>
                  <a:pt x="58602" y="88657"/>
                  <a:pt x="62319" y="85851"/>
                </a:cubicBezTo>
                <a:cubicBezTo>
                  <a:pt x="66037" y="83046"/>
                  <a:pt x="71297" y="83817"/>
                  <a:pt x="74103" y="87535"/>
                </a:cubicBezTo>
                <a:lnTo>
                  <a:pt x="83572" y="100160"/>
                </a:lnTo>
                <a:lnTo>
                  <a:pt x="105105" y="65686"/>
                </a:lnTo>
                <a:cubicBezTo>
                  <a:pt x="107560" y="61758"/>
                  <a:pt x="112750" y="60531"/>
                  <a:pt x="116713" y="63021"/>
                </a:cubicBezTo>
                <a:cubicBezTo>
                  <a:pt x="120676" y="65511"/>
                  <a:pt x="121868" y="70666"/>
                  <a:pt x="119378" y="74629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3" name="Text 51"/>
          <p:cNvSpPr/>
          <p:nvPr/>
        </p:nvSpPr>
        <p:spPr>
          <a:xfrm>
            <a:off x="6445016" y="6643652"/>
            <a:ext cx="206491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 Successfully Completed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PROTOTYPE DEMONSTRATION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528763"/>
            <a:ext cx="4819650" cy="2143125"/>
          </a:xfrm>
          <a:custGeom>
            <a:avLst/>
            <a:gdLst/>
            <a:ahLst/>
            <a:cxnLst/>
            <a:rect l="l" t="t" r="r" b="b"/>
            <a:pathLst>
              <a:path w="4819650" h="2143125">
                <a:moveTo>
                  <a:pt x="76210" y="0"/>
                </a:moveTo>
                <a:lnTo>
                  <a:pt x="4743440" y="0"/>
                </a:lnTo>
                <a:cubicBezTo>
                  <a:pt x="4785530" y="0"/>
                  <a:pt x="4819650" y="34120"/>
                  <a:pt x="4819650" y="76210"/>
                </a:cubicBezTo>
                <a:lnTo>
                  <a:pt x="4819650" y="2066915"/>
                </a:lnTo>
                <a:cubicBezTo>
                  <a:pt x="4819650" y="2109005"/>
                  <a:pt x="4785530" y="2143125"/>
                  <a:pt x="4743440" y="2143125"/>
                </a:cubicBezTo>
                <a:lnTo>
                  <a:pt x="76210" y="2143125"/>
                </a:lnTo>
                <a:cubicBezTo>
                  <a:pt x="34120" y="2143125"/>
                  <a:pt x="0" y="2109005"/>
                  <a:pt x="0" y="2066915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0498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431" y="196691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843088"/>
            <a:ext cx="1809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2147888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Delivery 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566988"/>
            <a:ext cx="44386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 the complete end-to-end delivery management process from business login to customer tracking.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871913"/>
            <a:ext cx="4819650" cy="1685925"/>
          </a:xfrm>
          <a:custGeom>
            <a:avLst/>
            <a:gdLst/>
            <a:ahLst/>
            <a:cxnLst/>
            <a:rect l="l" t="t" r="r" b="b"/>
            <a:pathLst>
              <a:path w="4819650" h="1685925">
                <a:moveTo>
                  <a:pt x="76204" y="0"/>
                </a:moveTo>
                <a:lnTo>
                  <a:pt x="4743446" y="0"/>
                </a:lnTo>
                <a:cubicBezTo>
                  <a:pt x="4785532" y="0"/>
                  <a:pt x="4819650" y="34118"/>
                  <a:pt x="4819650" y="76204"/>
                </a:cubicBezTo>
                <a:lnTo>
                  <a:pt x="4819650" y="1609721"/>
                </a:lnTo>
                <a:cubicBezTo>
                  <a:pt x="4819650" y="1651807"/>
                  <a:pt x="4785532" y="1685925"/>
                  <a:pt x="4743446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0FF32">
              <a:alpha val="10196"/>
            </a:srgbClr>
          </a:solidFill>
          <a:ln w="12700">
            <a:solidFill>
              <a:srgbClr val="E0FF32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4838" y="4143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29146" y="4105275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Application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9146" y="4448175"/>
            <a:ext cx="4019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will now switch to the browser to showcase the working software in real-time.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8196" y="5133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846" y="509587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Alt-Tab to Browser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0710" y="1528763"/>
            <a:ext cx="6362700" cy="4029075"/>
          </a:xfrm>
          <a:custGeom>
            <a:avLst/>
            <a:gdLst/>
            <a:ahLst/>
            <a:cxnLst/>
            <a:rect l="l" t="t" r="r" b="b"/>
            <a:pathLst>
              <a:path w="6362700" h="4029075">
                <a:moveTo>
                  <a:pt x="76190" y="0"/>
                </a:moveTo>
                <a:lnTo>
                  <a:pt x="6286510" y="0"/>
                </a:lnTo>
                <a:cubicBezTo>
                  <a:pt x="6328589" y="0"/>
                  <a:pt x="6362700" y="34111"/>
                  <a:pt x="6362700" y="76190"/>
                </a:cubicBezTo>
                <a:lnTo>
                  <a:pt x="6362700" y="3952885"/>
                </a:lnTo>
                <a:cubicBezTo>
                  <a:pt x="6362700" y="3994964"/>
                  <a:pt x="6328589" y="4029075"/>
                  <a:pt x="6286510" y="4029075"/>
                </a:cubicBezTo>
                <a:lnTo>
                  <a:pt x="76190" y="4029075"/>
                </a:lnTo>
                <a:cubicBezTo>
                  <a:pt x="34111" y="4029075"/>
                  <a:pt x="0" y="3994964"/>
                  <a:pt x="0" y="395288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2647" y="1800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9" name="Text 17"/>
          <p:cNvSpPr/>
          <p:nvPr/>
        </p:nvSpPr>
        <p:spPr>
          <a:xfrm>
            <a:off x="5959822" y="1762125"/>
            <a:ext cx="572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Workflow Steps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74072" y="2295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1" name="Text 19"/>
          <p:cNvSpPr/>
          <p:nvPr/>
        </p:nvSpPr>
        <p:spPr>
          <a:xfrm>
            <a:off x="5869781" y="2390775"/>
            <a:ext cx="16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3672" y="23717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Staff Login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3672" y="2676525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 as a business user to access the management portal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74072" y="3057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5" name="Text 23"/>
          <p:cNvSpPr/>
          <p:nvPr/>
        </p:nvSpPr>
        <p:spPr>
          <a:xfrm>
            <a:off x="5851475" y="31527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83672" y="31337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Business Profile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83672" y="3438525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business details and set operational location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74072" y="3819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9" name="Text 27"/>
          <p:cNvSpPr/>
          <p:nvPr/>
        </p:nvSpPr>
        <p:spPr>
          <a:xfrm>
            <a:off x="5848945" y="39147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83672" y="38957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Delivery Order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83672" y="4200525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Initiate a real delivery order with customer and package details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74072" y="4581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3" name="Text 31"/>
          <p:cNvSpPr/>
          <p:nvPr/>
        </p:nvSpPr>
        <p:spPr>
          <a:xfrm>
            <a:off x="5851624" y="46767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83672" y="46577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Tracking Page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83672" y="4962525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the public tracking interface that customers receive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255" y="324255"/>
            <a:ext cx="1160023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spc="268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255" y="551234"/>
            <a:ext cx="11738043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CHALLENGES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4255" y="1070043"/>
            <a:ext cx="778213" cy="32426"/>
          </a:xfrm>
          <a:custGeom>
            <a:avLst/>
            <a:gdLst/>
            <a:ahLst/>
            <a:cxnLst/>
            <a:rect l="l" t="t" r="r" b="b"/>
            <a:pathLst>
              <a:path w="778213" h="32426">
                <a:moveTo>
                  <a:pt x="0" y="0"/>
                </a:moveTo>
                <a:lnTo>
                  <a:pt x="778213" y="0"/>
                </a:lnTo>
                <a:lnTo>
                  <a:pt x="778213" y="32426"/>
                </a:lnTo>
                <a:lnTo>
                  <a:pt x="0" y="32426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Shape 3"/>
          <p:cNvSpPr/>
          <p:nvPr/>
        </p:nvSpPr>
        <p:spPr>
          <a:xfrm>
            <a:off x="328309" y="1301074"/>
            <a:ext cx="11535383" cy="1629383"/>
          </a:xfrm>
          <a:custGeom>
            <a:avLst/>
            <a:gdLst/>
            <a:ahLst/>
            <a:cxnLst/>
            <a:rect l="l" t="t" r="r" b="b"/>
            <a:pathLst>
              <a:path w="11535383" h="1629383">
                <a:moveTo>
                  <a:pt x="64849" y="0"/>
                </a:moveTo>
                <a:lnTo>
                  <a:pt x="11470534" y="0"/>
                </a:lnTo>
                <a:cubicBezTo>
                  <a:pt x="11506349" y="0"/>
                  <a:pt x="11535383" y="29034"/>
                  <a:pt x="11535383" y="64849"/>
                </a:cubicBezTo>
                <a:lnTo>
                  <a:pt x="11535383" y="1564534"/>
                </a:lnTo>
                <a:cubicBezTo>
                  <a:pt x="11535383" y="1600349"/>
                  <a:pt x="11506349" y="1629383"/>
                  <a:pt x="11470534" y="1629383"/>
                </a:cubicBezTo>
                <a:lnTo>
                  <a:pt x="64849" y="1629383"/>
                </a:lnTo>
                <a:cubicBezTo>
                  <a:pt x="29034" y="1629383"/>
                  <a:pt x="0" y="1600349"/>
                  <a:pt x="0" y="1564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5021" y="1507787"/>
            <a:ext cx="632298" cy="632298"/>
          </a:xfrm>
          <a:custGeom>
            <a:avLst/>
            <a:gdLst/>
            <a:ahLst/>
            <a:cxnLst/>
            <a:rect l="l" t="t" r="r" b="b"/>
            <a:pathLst>
              <a:path w="632298" h="632298">
                <a:moveTo>
                  <a:pt x="97279" y="0"/>
                </a:moveTo>
                <a:lnTo>
                  <a:pt x="535019" y="0"/>
                </a:lnTo>
                <a:cubicBezTo>
                  <a:pt x="588709" y="0"/>
                  <a:pt x="632298" y="43589"/>
                  <a:pt x="632298" y="97279"/>
                </a:cubicBezTo>
                <a:lnTo>
                  <a:pt x="632298" y="535019"/>
                </a:lnTo>
                <a:cubicBezTo>
                  <a:pt x="632298" y="588709"/>
                  <a:pt x="588709" y="632298"/>
                  <a:pt x="535019" y="632298"/>
                </a:cubicBezTo>
                <a:lnTo>
                  <a:pt x="97279" y="632298"/>
                </a:lnTo>
                <a:cubicBezTo>
                  <a:pt x="43589" y="632298"/>
                  <a:pt x="0" y="588709"/>
                  <a:pt x="0" y="535019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 w="25400">
            <a:solidFill>
              <a:srgbClr val="FB2C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601" y="1702340"/>
            <a:ext cx="243191" cy="243191"/>
          </a:xfrm>
          <a:custGeom>
            <a:avLst/>
            <a:gdLst/>
            <a:ahLst/>
            <a:cxnLst/>
            <a:rect l="l" t="t" r="r" b="b"/>
            <a:pathLst>
              <a:path w="243191" h="243191">
                <a:moveTo>
                  <a:pt x="121596" y="0"/>
                </a:moveTo>
                <a:cubicBezTo>
                  <a:pt x="128578" y="0"/>
                  <a:pt x="134990" y="3847"/>
                  <a:pt x="138315" y="9975"/>
                </a:cubicBezTo>
                <a:lnTo>
                  <a:pt x="240912" y="199968"/>
                </a:lnTo>
                <a:cubicBezTo>
                  <a:pt x="244094" y="205858"/>
                  <a:pt x="243951" y="212983"/>
                  <a:pt x="240532" y="218730"/>
                </a:cubicBezTo>
                <a:cubicBezTo>
                  <a:pt x="237112" y="224477"/>
                  <a:pt x="230889" y="227992"/>
                  <a:pt x="224192" y="227992"/>
                </a:cubicBezTo>
                <a:lnTo>
                  <a:pt x="18999" y="227992"/>
                </a:lnTo>
                <a:cubicBezTo>
                  <a:pt x="12302" y="227992"/>
                  <a:pt x="6127" y="224477"/>
                  <a:pt x="2660" y="218730"/>
                </a:cubicBezTo>
                <a:cubicBezTo>
                  <a:pt x="-807" y="212983"/>
                  <a:pt x="-902" y="205858"/>
                  <a:pt x="2280" y="199968"/>
                </a:cubicBezTo>
                <a:lnTo>
                  <a:pt x="104876" y="9975"/>
                </a:lnTo>
                <a:cubicBezTo>
                  <a:pt x="108201" y="3847"/>
                  <a:pt x="114613" y="0"/>
                  <a:pt x="121596" y="0"/>
                </a:cubicBezTo>
                <a:close/>
                <a:moveTo>
                  <a:pt x="121596" y="79797"/>
                </a:moveTo>
                <a:cubicBezTo>
                  <a:pt x="115278" y="79797"/>
                  <a:pt x="110196" y="84880"/>
                  <a:pt x="110196" y="91197"/>
                </a:cubicBezTo>
                <a:lnTo>
                  <a:pt x="110196" y="144395"/>
                </a:lnTo>
                <a:cubicBezTo>
                  <a:pt x="110196" y="150712"/>
                  <a:pt x="115278" y="155795"/>
                  <a:pt x="121596" y="155795"/>
                </a:cubicBezTo>
                <a:cubicBezTo>
                  <a:pt x="127913" y="155795"/>
                  <a:pt x="132995" y="150712"/>
                  <a:pt x="132995" y="144395"/>
                </a:cubicBezTo>
                <a:lnTo>
                  <a:pt x="132995" y="91197"/>
                </a:lnTo>
                <a:cubicBezTo>
                  <a:pt x="132995" y="84880"/>
                  <a:pt x="127913" y="79797"/>
                  <a:pt x="121596" y="79797"/>
                </a:cubicBezTo>
                <a:close/>
                <a:moveTo>
                  <a:pt x="134278" y="182394"/>
                </a:moveTo>
                <a:cubicBezTo>
                  <a:pt x="134566" y="177686"/>
                  <a:pt x="132219" y="173207"/>
                  <a:pt x="128183" y="170767"/>
                </a:cubicBezTo>
                <a:cubicBezTo>
                  <a:pt x="124148" y="168326"/>
                  <a:pt x="119091" y="168326"/>
                  <a:pt x="115056" y="170767"/>
                </a:cubicBezTo>
                <a:cubicBezTo>
                  <a:pt x="111020" y="173207"/>
                  <a:pt x="108673" y="177686"/>
                  <a:pt x="108961" y="182394"/>
                </a:cubicBezTo>
                <a:cubicBezTo>
                  <a:pt x="108673" y="187101"/>
                  <a:pt x="111020" y="191580"/>
                  <a:pt x="115056" y="194021"/>
                </a:cubicBezTo>
                <a:cubicBezTo>
                  <a:pt x="119091" y="196462"/>
                  <a:pt x="124148" y="196462"/>
                  <a:pt x="128183" y="194021"/>
                </a:cubicBezTo>
                <a:cubicBezTo>
                  <a:pt x="132219" y="191580"/>
                  <a:pt x="134566" y="187101"/>
                  <a:pt x="134278" y="182394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Text 6"/>
          <p:cNvSpPr/>
          <p:nvPr/>
        </p:nvSpPr>
        <p:spPr>
          <a:xfrm>
            <a:off x="1369979" y="1499681"/>
            <a:ext cx="175097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Hosting Resources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69979" y="1791511"/>
            <a:ext cx="171855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93399" y="1499681"/>
            <a:ext cx="2675106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Difficulty simulating a production environment locally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86191" y="2083340"/>
            <a:ext cx="10278894" cy="648511"/>
          </a:xfrm>
          <a:custGeom>
            <a:avLst/>
            <a:gdLst/>
            <a:ahLst/>
            <a:cxnLst/>
            <a:rect l="l" t="t" r="r" b="b"/>
            <a:pathLst>
              <a:path w="10278894" h="648511">
                <a:moveTo>
                  <a:pt x="0" y="0"/>
                </a:moveTo>
                <a:lnTo>
                  <a:pt x="10214043" y="0"/>
                </a:lnTo>
                <a:cubicBezTo>
                  <a:pt x="10249859" y="0"/>
                  <a:pt x="10278894" y="29035"/>
                  <a:pt x="10278894" y="64851"/>
                </a:cubicBezTo>
                <a:lnTo>
                  <a:pt x="10278894" y="583660"/>
                </a:lnTo>
                <a:cubicBezTo>
                  <a:pt x="10278894" y="619476"/>
                  <a:pt x="10249859" y="648511"/>
                  <a:pt x="10214043" y="648511"/>
                </a:cubicBezTo>
                <a:lnTo>
                  <a:pt x="0" y="648511"/>
                </a:lnTo>
                <a:lnTo>
                  <a:pt x="0" y="0"/>
                </a:lnTo>
                <a:close/>
              </a:path>
            </a:pathLst>
          </a:custGeom>
          <a:solidFill>
            <a:srgbClr val="E0FF3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86191" y="2083340"/>
            <a:ext cx="32426" cy="648511"/>
          </a:xfrm>
          <a:custGeom>
            <a:avLst/>
            <a:gdLst/>
            <a:ahLst/>
            <a:cxnLst/>
            <a:rect l="l" t="t" r="r" b="b"/>
            <a:pathLst>
              <a:path w="32426" h="648511">
                <a:moveTo>
                  <a:pt x="0" y="0"/>
                </a:moveTo>
                <a:lnTo>
                  <a:pt x="32426" y="0"/>
                </a:lnTo>
                <a:lnTo>
                  <a:pt x="32426" y="648511"/>
                </a:lnTo>
                <a:lnTo>
                  <a:pt x="0" y="648511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2372" y="2245468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81064" y="162128"/>
                </a:moveTo>
                <a:cubicBezTo>
                  <a:pt x="125804" y="162128"/>
                  <a:pt x="162128" y="125804"/>
                  <a:pt x="162128" y="81064"/>
                </a:cubicBezTo>
                <a:cubicBezTo>
                  <a:pt x="162128" y="36323"/>
                  <a:pt x="125804" y="0"/>
                  <a:pt x="81064" y="0"/>
                </a:cubicBezTo>
                <a:cubicBezTo>
                  <a:pt x="36323" y="0"/>
                  <a:pt x="0" y="36323"/>
                  <a:pt x="0" y="81064"/>
                </a:cubicBezTo>
                <a:cubicBezTo>
                  <a:pt x="0" y="125804"/>
                  <a:pt x="36323" y="162128"/>
                  <a:pt x="81064" y="162128"/>
                </a:cubicBezTo>
                <a:close/>
                <a:moveTo>
                  <a:pt x="107790" y="67353"/>
                </a:moveTo>
                <a:lnTo>
                  <a:pt x="82457" y="107885"/>
                </a:lnTo>
                <a:cubicBezTo>
                  <a:pt x="81127" y="110006"/>
                  <a:pt x="78847" y="111336"/>
                  <a:pt x="76346" y="111463"/>
                </a:cubicBezTo>
                <a:cubicBezTo>
                  <a:pt x="73844" y="111589"/>
                  <a:pt x="71437" y="110449"/>
                  <a:pt x="69949" y="108423"/>
                </a:cubicBezTo>
                <a:lnTo>
                  <a:pt x="54750" y="88157"/>
                </a:lnTo>
                <a:cubicBezTo>
                  <a:pt x="52217" y="84800"/>
                  <a:pt x="52913" y="80051"/>
                  <a:pt x="56270" y="77517"/>
                </a:cubicBezTo>
                <a:cubicBezTo>
                  <a:pt x="59626" y="74984"/>
                  <a:pt x="64376" y="75681"/>
                  <a:pt x="66909" y="79037"/>
                </a:cubicBezTo>
                <a:lnTo>
                  <a:pt x="75459" y="90437"/>
                </a:lnTo>
                <a:lnTo>
                  <a:pt x="94902" y="59310"/>
                </a:lnTo>
                <a:cubicBezTo>
                  <a:pt x="97118" y="55763"/>
                  <a:pt x="101805" y="54655"/>
                  <a:pt x="105383" y="56903"/>
                </a:cubicBezTo>
                <a:cubicBezTo>
                  <a:pt x="108961" y="59151"/>
                  <a:pt x="110038" y="63806"/>
                  <a:pt x="107790" y="67384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4" name="Text 12"/>
          <p:cNvSpPr/>
          <p:nvPr/>
        </p:nvSpPr>
        <p:spPr>
          <a:xfrm>
            <a:off x="1832043" y="2213043"/>
            <a:ext cx="6250021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32043" y="2407596"/>
            <a:ext cx="6258128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Secured Azure Student credits for live cloud hosting environment, enabling real-world testing and deployment.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8309" y="3100691"/>
            <a:ext cx="11535383" cy="1629383"/>
          </a:xfrm>
          <a:custGeom>
            <a:avLst/>
            <a:gdLst/>
            <a:ahLst/>
            <a:cxnLst/>
            <a:rect l="l" t="t" r="r" b="b"/>
            <a:pathLst>
              <a:path w="11535383" h="1629383">
                <a:moveTo>
                  <a:pt x="64849" y="0"/>
                </a:moveTo>
                <a:lnTo>
                  <a:pt x="11470534" y="0"/>
                </a:lnTo>
                <a:cubicBezTo>
                  <a:pt x="11506349" y="0"/>
                  <a:pt x="11535383" y="29034"/>
                  <a:pt x="11535383" y="64849"/>
                </a:cubicBezTo>
                <a:lnTo>
                  <a:pt x="11535383" y="1564534"/>
                </a:lnTo>
                <a:cubicBezTo>
                  <a:pt x="11535383" y="1600349"/>
                  <a:pt x="11506349" y="1629383"/>
                  <a:pt x="11470534" y="1629383"/>
                </a:cubicBezTo>
                <a:lnTo>
                  <a:pt x="64849" y="1629383"/>
                </a:lnTo>
                <a:cubicBezTo>
                  <a:pt x="29034" y="1629383"/>
                  <a:pt x="0" y="1600349"/>
                  <a:pt x="0" y="1564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021" y="3307404"/>
            <a:ext cx="632298" cy="632298"/>
          </a:xfrm>
          <a:custGeom>
            <a:avLst/>
            <a:gdLst/>
            <a:ahLst/>
            <a:cxnLst/>
            <a:rect l="l" t="t" r="r" b="b"/>
            <a:pathLst>
              <a:path w="632298" h="632298">
                <a:moveTo>
                  <a:pt x="97279" y="0"/>
                </a:moveTo>
                <a:lnTo>
                  <a:pt x="535019" y="0"/>
                </a:lnTo>
                <a:cubicBezTo>
                  <a:pt x="588709" y="0"/>
                  <a:pt x="632298" y="43589"/>
                  <a:pt x="632298" y="97279"/>
                </a:cubicBezTo>
                <a:lnTo>
                  <a:pt x="632298" y="535019"/>
                </a:lnTo>
                <a:cubicBezTo>
                  <a:pt x="632298" y="588709"/>
                  <a:pt x="588709" y="632298"/>
                  <a:pt x="535019" y="632298"/>
                </a:cubicBezTo>
                <a:lnTo>
                  <a:pt x="97279" y="632298"/>
                </a:lnTo>
                <a:cubicBezTo>
                  <a:pt x="43589" y="632298"/>
                  <a:pt x="0" y="588709"/>
                  <a:pt x="0" y="535019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 w="25400">
            <a:solidFill>
              <a:srgbClr val="FF6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199" y="3501957"/>
            <a:ext cx="151995" cy="243191"/>
          </a:xfrm>
          <a:custGeom>
            <a:avLst/>
            <a:gdLst/>
            <a:ahLst/>
            <a:cxnLst/>
            <a:rect l="l" t="t" r="r" b="b"/>
            <a:pathLst>
              <a:path w="151995" h="243191">
                <a:moveTo>
                  <a:pt x="64598" y="11400"/>
                </a:moveTo>
                <a:cubicBezTo>
                  <a:pt x="64598" y="5082"/>
                  <a:pt x="69680" y="0"/>
                  <a:pt x="75997" y="0"/>
                </a:cubicBezTo>
                <a:cubicBezTo>
                  <a:pt x="82315" y="0"/>
                  <a:pt x="87397" y="5082"/>
                  <a:pt x="87397" y="11400"/>
                </a:cubicBezTo>
                <a:lnTo>
                  <a:pt x="87397" y="30399"/>
                </a:lnTo>
                <a:lnTo>
                  <a:pt x="113996" y="30399"/>
                </a:lnTo>
                <a:cubicBezTo>
                  <a:pt x="122403" y="30399"/>
                  <a:pt x="129195" y="37191"/>
                  <a:pt x="129195" y="45598"/>
                </a:cubicBezTo>
                <a:cubicBezTo>
                  <a:pt x="129195" y="54006"/>
                  <a:pt x="122403" y="60798"/>
                  <a:pt x="113996" y="60798"/>
                </a:cubicBezTo>
                <a:lnTo>
                  <a:pt x="59420" y="60798"/>
                </a:lnTo>
                <a:cubicBezTo>
                  <a:pt x="47593" y="60798"/>
                  <a:pt x="37999" y="70393"/>
                  <a:pt x="37999" y="82220"/>
                </a:cubicBezTo>
                <a:cubicBezTo>
                  <a:pt x="37999" y="92907"/>
                  <a:pt x="45836" y="101931"/>
                  <a:pt x="56381" y="103451"/>
                </a:cubicBezTo>
                <a:lnTo>
                  <a:pt x="99889" y="109674"/>
                </a:lnTo>
                <a:cubicBezTo>
                  <a:pt x="125443" y="113331"/>
                  <a:pt x="144395" y="135180"/>
                  <a:pt x="144395" y="160972"/>
                </a:cubicBezTo>
                <a:cubicBezTo>
                  <a:pt x="144395" y="189613"/>
                  <a:pt x="121168" y="212793"/>
                  <a:pt x="92574" y="212793"/>
                </a:cubicBezTo>
                <a:lnTo>
                  <a:pt x="87397" y="212793"/>
                </a:lnTo>
                <a:lnTo>
                  <a:pt x="87397" y="231792"/>
                </a:lnTo>
                <a:cubicBezTo>
                  <a:pt x="87397" y="238109"/>
                  <a:pt x="82315" y="243191"/>
                  <a:pt x="75997" y="243191"/>
                </a:cubicBezTo>
                <a:cubicBezTo>
                  <a:pt x="69680" y="243191"/>
                  <a:pt x="64598" y="238109"/>
                  <a:pt x="64598" y="231792"/>
                </a:cubicBezTo>
                <a:lnTo>
                  <a:pt x="64598" y="212793"/>
                </a:lnTo>
                <a:lnTo>
                  <a:pt x="30399" y="212793"/>
                </a:lnTo>
                <a:cubicBezTo>
                  <a:pt x="21992" y="212793"/>
                  <a:pt x="15199" y="206000"/>
                  <a:pt x="15199" y="197593"/>
                </a:cubicBezTo>
                <a:cubicBezTo>
                  <a:pt x="15199" y="189186"/>
                  <a:pt x="21992" y="182394"/>
                  <a:pt x="30399" y="182394"/>
                </a:cubicBezTo>
                <a:lnTo>
                  <a:pt x="92574" y="182394"/>
                </a:lnTo>
                <a:cubicBezTo>
                  <a:pt x="104401" y="182394"/>
                  <a:pt x="113996" y="172799"/>
                  <a:pt x="113996" y="160972"/>
                </a:cubicBezTo>
                <a:cubicBezTo>
                  <a:pt x="113996" y="150285"/>
                  <a:pt x="106159" y="141260"/>
                  <a:pt x="95614" y="139740"/>
                </a:cubicBezTo>
                <a:lnTo>
                  <a:pt x="52106" y="133518"/>
                </a:lnTo>
                <a:cubicBezTo>
                  <a:pt x="26552" y="129908"/>
                  <a:pt x="7600" y="108011"/>
                  <a:pt x="7600" y="82220"/>
                </a:cubicBezTo>
                <a:cubicBezTo>
                  <a:pt x="7600" y="53626"/>
                  <a:pt x="30826" y="30399"/>
                  <a:pt x="59420" y="30399"/>
                </a:cubicBezTo>
                <a:lnTo>
                  <a:pt x="64598" y="30399"/>
                </a:lnTo>
                <a:lnTo>
                  <a:pt x="64598" y="1140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9" name="Text 17"/>
          <p:cNvSpPr/>
          <p:nvPr/>
        </p:nvSpPr>
        <p:spPr>
          <a:xfrm>
            <a:off x="1369979" y="3299298"/>
            <a:ext cx="166991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69979" y="3591128"/>
            <a:ext cx="163748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F890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6970" y="3299298"/>
            <a:ext cx="2431915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APIs were too expensive for the pilot phase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86191" y="3882957"/>
            <a:ext cx="10278894" cy="648511"/>
          </a:xfrm>
          <a:custGeom>
            <a:avLst/>
            <a:gdLst/>
            <a:ahLst/>
            <a:cxnLst/>
            <a:rect l="l" t="t" r="r" b="b"/>
            <a:pathLst>
              <a:path w="10278894" h="648511">
                <a:moveTo>
                  <a:pt x="0" y="0"/>
                </a:moveTo>
                <a:lnTo>
                  <a:pt x="10214043" y="0"/>
                </a:lnTo>
                <a:cubicBezTo>
                  <a:pt x="10249859" y="0"/>
                  <a:pt x="10278894" y="29035"/>
                  <a:pt x="10278894" y="64851"/>
                </a:cubicBezTo>
                <a:lnTo>
                  <a:pt x="10278894" y="583660"/>
                </a:lnTo>
                <a:cubicBezTo>
                  <a:pt x="10278894" y="619476"/>
                  <a:pt x="10249859" y="648511"/>
                  <a:pt x="10214043" y="648511"/>
                </a:cubicBezTo>
                <a:lnTo>
                  <a:pt x="0" y="648511"/>
                </a:lnTo>
                <a:lnTo>
                  <a:pt x="0" y="0"/>
                </a:lnTo>
                <a:close/>
              </a:path>
            </a:pathLst>
          </a:custGeom>
          <a:solidFill>
            <a:srgbClr val="E0FF32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86191" y="3882957"/>
            <a:ext cx="32426" cy="648511"/>
          </a:xfrm>
          <a:custGeom>
            <a:avLst/>
            <a:gdLst/>
            <a:ahLst/>
            <a:cxnLst/>
            <a:rect l="l" t="t" r="r" b="b"/>
            <a:pathLst>
              <a:path w="32426" h="648511">
                <a:moveTo>
                  <a:pt x="0" y="0"/>
                </a:moveTo>
                <a:lnTo>
                  <a:pt x="32426" y="0"/>
                </a:lnTo>
                <a:lnTo>
                  <a:pt x="32426" y="648511"/>
                </a:lnTo>
                <a:lnTo>
                  <a:pt x="0" y="648511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4" name="Shape 22"/>
          <p:cNvSpPr/>
          <p:nvPr/>
        </p:nvSpPr>
        <p:spPr>
          <a:xfrm>
            <a:off x="1552372" y="4045085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81064" y="162128"/>
                </a:moveTo>
                <a:cubicBezTo>
                  <a:pt x="125804" y="162128"/>
                  <a:pt x="162128" y="125804"/>
                  <a:pt x="162128" y="81064"/>
                </a:cubicBezTo>
                <a:cubicBezTo>
                  <a:pt x="162128" y="36323"/>
                  <a:pt x="125804" y="0"/>
                  <a:pt x="81064" y="0"/>
                </a:cubicBezTo>
                <a:cubicBezTo>
                  <a:pt x="36323" y="0"/>
                  <a:pt x="0" y="36323"/>
                  <a:pt x="0" y="81064"/>
                </a:cubicBezTo>
                <a:cubicBezTo>
                  <a:pt x="0" y="125804"/>
                  <a:pt x="36323" y="162128"/>
                  <a:pt x="81064" y="162128"/>
                </a:cubicBezTo>
                <a:close/>
                <a:moveTo>
                  <a:pt x="107790" y="67353"/>
                </a:moveTo>
                <a:lnTo>
                  <a:pt x="82457" y="107885"/>
                </a:lnTo>
                <a:cubicBezTo>
                  <a:pt x="81127" y="110006"/>
                  <a:pt x="78847" y="111336"/>
                  <a:pt x="76346" y="111463"/>
                </a:cubicBezTo>
                <a:cubicBezTo>
                  <a:pt x="73844" y="111589"/>
                  <a:pt x="71437" y="110449"/>
                  <a:pt x="69949" y="108423"/>
                </a:cubicBezTo>
                <a:lnTo>
                  <a:pt x="54750" y="88157"/>
                </a:lnTo>
                <a:cubicBezTo>
                  <a:pt x="52217" y="84800"/>
                  <a:pt x="52913" y="80051"/>
                  <a:pt x="56270" y="77517"/>
                </a:cubicBezTo>
                <a:cubicBezTo>
                  <a:pt x="59626" y="74984"/>
                  <a:pt x="64376" y="75681"/>
                  <a:pt x="66909" y="79037"/>
                </a:cubicBezTo>
                <a:lnTo>
                  <a:pt x="75459" y="90437"/>
                </a:lnTo>
                <a:lnTo>
                  <a:pt x="94902" y="59310"/>
                </a:lnTo>
                <a:cubicBezTo>
                  <a:pt x="97118" y="55763"/>
                  <a:pt x="101805" y="54655"/>
                  <a:pt x="105383" y="56903"/>
                </a:cubicBezTo>
                <a:cubicBezTo>
                  <a:pt x="108961" y="59151"/>
                  <a:pt x="110038" y="63806"/>
                  <a:pt x="107790" y="67384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5" name="Text 23"/>
          <p:cNvSpPr/>
          <p:nvPr/>
        </p:nvSpPr>
        <p:spPr>
          <a:xfrm>
            <a:off x="1832043" y="4012660"/>
            <a:ext cx="620138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32043" y="4207213"/>
            <a:ext cx="620948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Adapted to use "Resend" email service for high-volume free notifications, maintaining reliable communication.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8309" y="4900309"/>
            <a:ext cx="11535383" cy="1629383"/>
          </a:xfrm>
          <a:custGeom>
            <a:avLst/>
            <a:gdLst/>
            <a:ahLst/>
            <a:cxnLst/>
            <a:rect l="l" t="t" r="r" b="b"/>
            <a:pathLst>
              <a:path w="11535383" h="1629383">
                <a:moveTo>
                  <a:pt x="64849" y="0"/>
                </a:moveTo>
                <a:lnTo>
                  <a:pt x="11470534" y="0"/>
                </a:lnTo>
                <a:cubicBezTo>
                  <a:pt x="11506349" y="0"/>
                  <a:pt x="11535383" y="29034"/>
                  <a:pt x="11535383" y="64849"/>
                </a:cubicBezTo>
                <a:lnTo>
                  <a:pt x="11535383" y="1564534"/>
                </a:lnTo>
                <a:cubicBezTo>
                  <a:pt x="11535383" y="1600349"/>
                  <a:pt x="11506349" y="1629383"/>
                  <a:pt x="11470534" y="1629383"/>
                </a:cubicBezTo>
                <a:lnTo>
                  <a:pt x="64849" y="1629383"/>
                </a:lnTo>
                <a:cubicBezTo>
                  <a:pt x="29034" y="1629383"/>
                  <a:pt x="0" y="1600349"/>
                  <a:pt x="0" y="1564534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57611D">
              <a:alpha val="20000"/>
            </a:srgbClr>
          </a:solidFill>
          <a:ln w="12700">
            <a:solidFill>
              <a:srgbClr val="57611D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5021" y="5107021"/>
            <a:ext cx="632298" cy="632298"/>
          </a:xfrm>
          <a:custGeom>
            <a:avLst/>
            <a:gdLst/>
            <a:ahLst/>
            <a:cxnLst/>
            <a:rect l="l" t="t" r="r" b="b"/>
            <a:pathLst>
              <a:path w="632298" h="632298">
                <a:moveTo>
                  <a:pt x="97279" y="0"/>
                </a:moveTo>
                <a:lnTo>
                  <a:pt x="535019" y="0"/>
                </a:lnTo>
                <a:cubicBezTo>
                  <a:pt x="588709" y="0"/>
                  <a:pt x="632298" y="43589"/>
                  <a:pt x="632298" y="97279"/>
                </a:cubicBezTo>
                <a:lnTo>
                  <a:pt x="632298" y="535019"/>
                </a:lnTo>
                <a:cubicBezTo>
                  <a:pt x="632298" y="588709"/>
                  <a:pt x="588709" y="632298"/>
                  <a:pt x="535019" y="632298"/>
                </a:cubicBezTo>
                <a:lnTo>
                  <a:pt x="97279" y="632298"/>
                </a:lnTo>
                <a:cubicBezTo>
                  <a:pt x="43589" y="632298"/>
                  <a:pt x="0" y="588709"/>
                  <a:pt x="0" y="535019"/>
                </a:cubicBezTo>
                <a:lnTo>
                  <a:pt x="0" y="97279"/>
                </a:lnTo>
                <a:cubicBezTo>
                  <a:pt x="0" y="43589"/>
                  <a:pt x="43589" y="0"/>
                  <a:pt x="9727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 w="25400">
            <a:solidFill>
              <a:srgbClr val="F0B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601" y="5301574"/>
            <a:ext cx="243191" cy="243191"/>
          </a:xfrm>
          <a:custGeom>
            <a:avLst/>
            <a:gdLst/>
            <a:ahLst/>
            <a:cxnLst/>
            <a:rect l="l" t="t" r="r" b="b"/>
            <a:pathLst>
              <a:path w="243191" h="243191">
                <a:moveTo>
                  <a:pt x="121596" y="0"/>
                </a:moveTo>
                <a:cubicBezTo>
                  <a:pt x="188706" y="0"/>
                  <a:pt x="243191" y="54485"/>
                  <a:pt x="243191" y="121596"/>
                </a:cubicBezTo>
                <a:cubicBezTo>
                  <a:pt x="243191" y="188706"/>
                  <a:pt x="188706" y="243191"/>
                  <a:pt x="121596" y="243191"/>
                </a:cubicBezTo>
                <a:cubicBezTo>
                  <a:pt x="54485" y="243191"/>
                  <a:pt x="0" y="188706"/>
                  <a:pt x="0" y="121596"/>
                </a:cubicBezTo>
                <a:cubicBezTo>
                  <a:pt x="0" y="54485"/>
                  <a:pt x="54485" y="0"/>
                  <a:pt x="121596" y="0"/>
                </a:cubicBezTo>
                <a:close/>
                <a:moveTo>
                  <a:pt x="110196" y="56998"/>
                </a:moveTo>
                <a:lnTo>
                  <a:pt x="110196" y="121596"/>
                </a:lnTo>
                <a:cubicBezTo>
                  <a:pt x="110196" y="125396"/>
                  <a:pt x="112096" y="128958"/>
                  <a:pt x="115278" y="131095"/>
                </a:cubicBezTo>
                <a:lnTo>
                  <a:pt x="160877" y="161494"/>
                </a:lnTo>
                <a:cubicBezTo>
                  <a:pt x="166102" y="165009"/>
                  <a:pt x="173179" y="163584"/>
                  <a:pt x="176694" y="158312"/>
                </a:cubicBezTo>
                <a:cubicBezTo>
                  <a:pt x="180209" y="153040"/>
                  <a:pt x="178784" y="146010"/>
                  <a:pt x="173511" y="142495"/>
                </a:cubicBezTo>
                <a:lnTo>
                  <a:pt x="132995" y="115516"/>
                </a:lnTo>
                <a:lnTo>
                  <a:pt x="132995" y="56998"/>
                </a:lnTo>
                <a:cubicBezTo>
                  <a:pt x="132995" y="50681"/>
                  <a:pt x="127913" y="45598"/>
                  <a:pt x="121596" y="45598"/>
                </a:cubicBezTo>
                <a:cubicBezTo>
                  <a:pt x="115278" y="45598"/>
                  <a:pt x="110196" y="50681"/>
                  <a:pt x="110196" y="56998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0" name="Text 28"/>
          <p:cNvSpPr/>
          <p:nvPr/>
        </p:nvSpPr>
        <p:spPr>
          <a:xfrm>
            <a:off x="1369979" y="5098915"/>
            <a:ext cx="222342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Review Delays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69979" y="5390745"/>
            <a:ext cx="189689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10055" y="5098915"/>
            <a:ext cx="2756170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9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team size slowed down quality assurance checks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86191" y="5682574"/>
            <a:ext cx="10278894" cy="648511"/>
          </a:xfrm>
          <a:custGeom>
            <a:avLst/>
            <a:gdLst/>
            <a:ahLst/>
            <a:cxnLst/>
            <a:rect l="l" t="t" r="r" b="b"/>
            <a:pathLst>
              <a:path w="10278894" h="648511">
                <a:moveTo>
                  <a:pt x="0" y="0"/>
                </a:moveTo>
                <a:lnTo>
                  <a:pt x="10214043" y="0"/>
                </a:lnTo>
                <a:cubicBezTo>
                  <a:pt x="10249859" y="0"/>
                  <a:pt x="10278894" y="29035"/>
                  <a:pt x="10278894" y="64851"/>
                </a:cubicBezTo>
                <a:lnTo>
                  <a:pt x="10278894" y="583660"/>
                </a:lnTo>
                <a:cubicBezTo>
                  <a:pt x="10278894" y="619476"/>
                  <a:pt x="10249859" y="648511"/>
                  <a:pt x="10214043" y="648511"/>
                </a:cubicBezTo>
                <a:lnTo>
                  <a:pt x="0" y="648511"/>
                </a:lnTo>
                <a:lnTo>
                  <a:pt x="0" y="0"/>
                </a:lnTo>
                <a:close/>
              </a:path>
            </a:pathLst>
          </a:custGeom>
          <a:solidFill>
            <a:srgbClr val="E0FF3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386191" y="5682574"/>
            <a:ext cx="32426" cy="648511"/>
          </a:xfrm>
          <a:custGeom>
            <a:avLst/>
            <a:gdLst/>
            <a:ahLst/>
            <a:cxnLst/>
            <a:rect l="l" t="t" r="r" b="b"/>
            <a:pathLst>
              <a:path w="32426" h="648511">
                <a:moveTo>
                  <a:pt x="0" y="0"/>
                </a:moveTo>
                <a:lnTo>
                  <a:pt x="32426" y="0"/>
                </a:lnTo>
                <a:lnTo>
                  <a:pt x="32426" y="648511"/>
                </a:lnTo>
                <a:lnTo>
                  <a:pt x="0" y="648511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5" name="Shape 33"/>
          <p:cNvSpPr/>
          <p:nvPr/>
        </p:nvSpPr>
        <p:spPr>
          <a:xfrm>
            <a:off x="1552372" y="5844702"/>
            <a:ext cx="162128" cy="162128"/>
          </a:xfrm>
          <a:custGeom>
            <a:avLst/>
            <a:gdLst/>
            <a:ahLst/>
            <a:cxnLst/>
            <a:rect l="l" t="t" r="r" b="b"/>
            <a:pathLst>
              <a:path w="162128" h="162128">
                <a:moveTo>
                  <a:pt x="81064" y="162128"/>
                </a:moveTo>
                <a:cubicBezTo>
                  <a:pt x="125804" y="162128"/>
                  <a:pt x="162128" y="125804"/>
                  <a:pt x="162128" y="81064"/>
                </a:cubicBezTo>
                <a:cubicBezTo>
                  <a:pt x="162128" y="36323"/>
                  <a:pt x="125804" y="0"/>
                  <a:pt x="81064" y="0"/>
                </a:cubicBezTo>
                <a:cubicBezTo>
                  <a:pt x="36323" y="0"/>
                  <a:pt x="0" y="36323"/>
                  <a:pt x="0" y="81064"/>
                </a:cubicBezTo>
                <a:cubicBezTo>
                  <a:pt x="0" y="125804"/>
                  <a:pt x="36323" y="162128"/>
                  <a:pt x="81064" y="162128"/>
                </a:cubicBezTo>
                <a:close/>
                <a:moveTo>
                  <a:pt x="107790" y="67353"/>
                </a:moveTo>
                <a:lnTo>
                  <a:pt x="82457" y="107885"/>
                </a:lnTo>
                <a:cubicBezTo>
                  <a:pt x="81127" y="110006"/>
                  <a:pt x="78847" y="111336"/>
                  <a:pt x="76346" y="111463"/>
                </a:cubicBezTo>
                <a:cubicBezTo>
                  <a:pt x="73844" y="111589"/>
                  <a:pt x="71437" y="110449"/>
                  <a:pt x="69949" y="108423"/>
                </a:cubicBezTo>
                <a:lnTo>
                  <a:pt x="54750" y="88157"/>
                </a:lnTo>
                <a:cubicBezTo>
                  <a:pt x="52217" y="84800"/>
                  <a:pt x="52913" y="80051"/>
                  <a:pt x="56270" y="77517"/>
                </a:cubicBezTo>
                <a:cubicBezTo>
                  <a:pt x="59626" y="74984"/>
                  <a:pt x="64376" y="75681"/>
                  <a:pt x="66909" y="79037"/>
                </a:cubicBezTo>
                <a:lnTo>
                  <a:pt x="75459" y="90437"/>
                </a:lnTo>
                <a:lnTo>
                  <a:pt x="94902" y="59310"/>
                </a:lnTo>
                <a:cubicBezTo>
                  <a:pt x="97118" y="55763"/>
                  <a:pt x="101805" y="54655"/>
                  <a:pt x="105383" y="56903"/>
                </a:cubicBezTo>
                <a:cubicBezTo>
                  <a:pt x="108961" y="59151"/>
                  <a:pt x="110038" y="63806"/>
                  <a:pt x="107790" y="67384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6" name="Text 34"/>
          <p:cNvSpPr/>
          <p:nvPr/>
        </p:nvSpPr>
        <p:spPr>
          <a:xfrm>
            <a:off x="1832043" y="5812277"/>
            <a:ext cx="6930957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832043" y="6006830"/>
            <a:ext cx="6939064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AI-powered tools (CodeRabbit) to automate code reviews, accelerating development without sacrificing quality.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96131" y="6695872"/>
            <a:ext cx="97277" cy="129702"/>
          </a:xfrm>
          <a:custGeom>
            <a:avLst/>
            <a:gdLst/>
            <a:ahLst/>
            <a:cxnLst/>
            <a:rect l="l" t="t" r="r" b="b"/>
            <a:pathLst>
              <a:path w="97277" h="129702">
                <a:moveTo>
                  <a:pt x="74199" y="97277"/>
                </a:moveTo>
                <a:cubicBezTo>
                  <a:pt x="76048" y="91627"/>
                  <a:pt x="79747" y="86510"/>
                  <a:pt x="83926" y="82102"/>
                </a:cubicBezTo>
                <a:cubicBezTo>
                  <a:pt x="92210" y="73388"/>
                  <a:pt x="97277" y="61609"/>
                  <a:pt x="97277" y="48638"/>
                </a:cubicBezTo>
                <a:cubicBezTo>
                  <a:pt x="97277" y="21786"/>
                  <a:pt x="75491" y="0"/>
                  <a:pt x="48638" y="0"/>
                </a:cubicBezTo>
                <a:cubicBezTo>
                  <a:pt x="21786" y="0"/>
                  <a:pt x="0" y="21786"/>
                  <a:pt x="0" y="48638"/>
                </a:cubicBezTo>
                <a:cubicBezTo>
                  <a:pt x="0" y="61609"/>
                  <a:pt x="5066" y="73388"/>
                  <a:pt x="13350" y="82102"/>
                </a:cubicBezTo>
                <a:cubicBezTo>
                  <a:pt x="17530" y="86510"/>
                  <a:pt x="21254" y="91627"/>
                  <a:pt x="23078" y="97277"/>
                </a:cubicBezTo>
                <a:lnTo>
                  <a:pt x="74173" y="97277"/>
                </a:lnTo>
                <a:close/>
                <a:moveTo>
                  <a:pt x="72957" y="109436"/>
                </a:moveTo>
                <a:lnTo>
                  <a:pt x="24319" y="109436"/>
                </a:lnTo>
                <a:lnTo>
                  <a:pt x="24319" y="113489"/>
                </a:lnTo>
                <a:cubicBezTo>
                  <a:pt x="24319" y="124686"/>
                  <a:pt x="33388" y="133755"/>
                  <a:pt x="44585" y="133755"/>
                </a:cubicBezTo>
                <a:lnTo>
                  <a:pt x="52691" y="133755"/>
                </a:lnTo>
                <a:cubicBezTo>
                  <a:pt x="63888" y="133755"/>
                  <a:pt x="72957" y="124686"/>
                  <a:pt x="72957" y="113489"/>
                </a:cubicBezTo>
                <a:lnTo>
                  <a:pt x="72957" y="109436"/>
                </a:lnTo>
                <a:close/>
                <a:moveTo>
                  <a:pt x="46612" y="28372"/>
                </a:moveTo>
                <a:cubicBezTo>
                  <a:pt x="36529" y="28372"/>
                  <a:pt x="28372" y="36529"/>
                  <a:pt x="28372" y="46612"/>
                </a:cubicBezTo>
                <a:cubicBezTo>
                  <a:pt x="28372" y="49981"/>
                  <a:pt x="25662" y="52691"/>
                  <a:pt x="22293" y="52691"/>
                </a:cubicBezTo>
                <a:cubicBezTo>
                  <a:pt x="18923" y="52691"/>
                  <a:pt x="16213" y="49981"/>
                  <a:pt x="16213" y="46612"/>
                </a:cubicBezTo>
                <a:cubicBezTo>
                  <a:pt x="16213" y="29816"/>
                  <a:pt x="29816" y="16213"/>
                  <a:pt x="46612" y="16213"/>
                </a:cubicBezTo>
                <a:cubicBezTo>
                  <a:pt x="49981" y="16213"/>
                  <a:pt x="52691" y="18923"/>
                  <a:pt x="52691" y="22293"/>
                </a:cubicBezTo>
                <a:cubicBezTo>
                  <a:pt x="52691" y="25662"/>
                  <a:pt x="49981" y="28372"/>
                  <a:pt x="46612" y="28372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9" name="Text 37"/>
          <p:cNvSpPr/>
          <p:nvPr/>
        </p:nvSpPr>
        <p:spPr>
          <a:xfrm>
            <a:off x="3690684" y="6663447"/>
            <a:ext cx="1596957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Problem Solving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98154" y="669587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32426" y="81064"/>
                </a:moveTo>
                <a:lnTo>
                  <a:pt x="6206" y="81064"/>
                </a:lnTo>
                <a:cubicBezTo>
                  <a:pt x="-101" y="81064"/>
                  <a:pt x="-3977" y="74199"/>
                  <a:pt x="-735" y="68778"/>
                </a:cubicBezTo>
                <a:lnTo>
                  <a:pt x="12666" y="46434"/>
                </a:lnTo>
                <a:cubicBezTo>
                  <a:pt x="14870" y="42761"/>
                  <a:pt x="18822" y="40532"/>
                  <a:pt x="23103" y="40532"/>
                </a:cubicBezTo>
                <a:lnTo>
                  <a:pt x="47169" y="40532"/>
                </a:lnTo>
                <a:cubicBezTo>
                  <a:pt x="66447" y="7878"/>
                  <a:pt x="95199" y="6232"/>
                  <a:pt x="114427" y="9044"/>
                </a:cubicBezTo>
                <a:cubicBezTo>
                  <a:pt x="117669" y="9525"/>
                  <a:pt x="120202" y="12058"/>
                  <a:pt x="120658" y="15275"/>
                </a:cubicBezTo>
                <a:cubicBezTo>
                  <a:pt x="123470" y="34503"/>
                  <a:pt x="121824" y="63255"/>
                  <a:pt x="89170" y="82533"/>
                </a:cubicBezTo>
                <a:lnTo>
                  <a:pt x="89170" y="106599"/>
                </a:lnTo>
                <a:cubicBezTo>
                  <a:pt x="89170" y="110880"/>
                  <a:pt x="86941" y="114832"/>
                  <a:pt x="83268" y="117036"/>
                </a:cubicBezTo>
                <a:lnTo>
                  <a:pt x="60925" y="130437"/>
                </a:lnTo>
                <a:cubicBezTo>
                  <a:pt x="55529" y="133679"/>
                  <a:pt x="48638" y="129778"/>
                  <a:pt x="48638" y="123496"/>
                </a:cubicBezTo>
                <a:lnTo>
                  <a:pt x="48638" y="97277"/>
                </a:lnTo>
                <a:cubicBezTo>
                  <a:pt x="48638" y="88334"/>
                  <a:pt x="41368" y="81064"/>
                  <a:pt x="32426" y="81064"/>
                </a:cubicBezTo>
                <a:lnTo>
                  <a:pt x="32400" y="81064"/>
                </a:lnTo>
                <a:close/>
                <a:moveTo>
                  <a:pt x="101330" y="40532"/>
                </a:moveTo>
                <a:cubicBezTo>
                  <a:pt x="101330" y="33821"/>
                  <a:pt x="95881" y="28372"/>
                  <a:pt x="89170" y="28372"/>
                </a:cubicBezTo>
                <a:cubicBezTo>
                  <a:pt x="82459" y="28372"/>
                  <a:pt x="77011" y="33821"/>
                  <a:pt x="77011" y="40532"/>
                </a:cubicBezTo>
                <a:cubicBezTo>
                  <a:pt x="77011" y="47243"/>
                  <a:pt x="82459" y="52691"/>
                  <a:pt x="89170" y="52691"/>
                </a:cubicBezTo>
                <a:cubicBezTo>
                  <a:pt x="95881" y="52691"/>
                  <a:pt x="101330" y="47243"/>
                  <a:pt x="101330" y="40532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1" name="Text 39"/>
          <p:cNvSpPr/>
          <p:nvPr/>
        </p:nvSpPr>
        <p:spPr>
          <a:xfrm>
            <a:off x="5708920" y="6663447"/>
            <a:ext cx="141051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4111" y="6695872"/>
            <a:ext cx="162128" cy="129702"/>
          </a:xfrm>
          <a:custGeom>
            <a:avLst/>
            <a:gdLst/>
            <a:ahLst/>
            <a:cxnLst/>
            <a:rect l="l" t="t" r="r" b="b"/>
            <a:pathLst>
              <a:path w="162128" h="129702">
                <a:moveTo>
                  <a:pt x="105358" y="53325"/>
                </a:moveTo>
                <a:cubicBezTo>
                  <a:pt x="108448" y="52489"/>
                  <a:pt x="111691" y="53958"/>
                  <a:pt x="113084" y="56821"/>
                </a:cubicBezTo>
                <a:lnTo>
                  <a:pt x="117796" y="66346"/>
                </a:lnTo>
                <a:cubicBezTo>
                  <a:pt x="120405" y="66700"/>
                  <a:pt x="122964" y="67410"/>
                  <a:pt x="125370" y="68398"/>
                </a:cubicBezTo>
                <a:lnTo>
                  <a:pt x="134237" y="62495"/>
                </a:lnTo>
                <a:cubicBezTo>
                  <a:pt x="136897" y="60722"/>
                  <a:pt x="140418" y="61077"/>
                  <a:pt x="142672" y="63331"/>
                </a:cubicBezTo>
                <a:lnTo>
                  <a:pt x="147536" y="68195"/>
                </a:lnTo>
                <a:cubicBezTo>
                  <a:pt x="149791" y="70450"/>
                  <a:pt x="150145" y="73996"/>
                  <a:pt x="148372" y="76631"/>
                </a:cubicBezTo>
                <a:lnTo>
                  <a:pt x="142470" y="85472"/>
                </a:lnTo>
                <a:cubicBezTo>
                  <a:pt x="142951" y="86662"/>
                  <a:pt x="143382" y="87904"/>
                  <a:pt x="143736" y="89196"/>
                </a:cubicBezTo>
                <a:cubicBezTo>
                  <a:pt x="144091" y="90488"/>
                  <a:pt x="144319" y="91754"/>
                  <a:pt x="144496" y="93046"/>
                </a:cubicBezTo>
                <a:lnTo>
                  <a:pt x="154047" y="97758"/>
                </a:lnTo>
                <a:cubicBezTo>
                  <a:pt x="156909" y="99177"/>
                  <a:pt x="158378" y="102419"/>
                  <a:pt x="157542" y="105484"/>
                </a:cubicBezTo>
                <a:lnTo>
                  <a:pt x="155769" y="112121"/>
                </a:lnTo>
                <a:cubicBezTo>
                  <a:pt x="154933" y="115187"/>
                  <a:pt x="152071" y="117264"/>
                  <a:pt x="148879" y="117061"/>
                </a:cubicBezTo>
                <a:lnTo>
                  <a:pt x="138239" y="116377"/>
                </a:lnTo>
                <a:cubicBezTo>
                  <a:pt x="136643" y="118429"/>
                  <a:pt x="134794" y="120329"/>
                  <a:pt x="132691" y="121950"/>
                </a:cubicBezTo>
                <a:lnTo>
                  <a:pt x="133375" y="132565"/>
                </a:lnTo>
                <a:cubicBezTo>
                  <a:pt x="133578" y="135757"/>
                  <a:pt x="131501" y="138644"/>
                  <a:pt x="128436" y="139455"/>
                </a:cubicBezTo>
                <a:lnTo>
                  <a:pt x="121798" y="141228"/>
                </a:lnTo>
                <a:cubicBezTo>
                  <a:pt x="118708" y="142064"/>
                  <a:pt x="115491" y="140595"/>
                  <a:pt x="114072" y="137733"/>
                </a:cubicBezTo>
                <a:lnTo>
                  <a:pt x="109360" y="128208"/>
                </a:lnTo>
                <a:cubicBezTo>
                  <a:pt x="106751" y="127853"/>
                  <a:pt x="104192" y="127144"/>
                  <a:pt x="101786" y="126156"/>
                </a:cubicBezTo>
                <a:lnTo>
                  <a:pt x="92919" y="132058"/>
                </a:lnTo>
                <a:cubicBezTo>
                  <a:pt x="90260" y="133831"/>
                  <a:pt x="86738" y="133477"/>
                  <a:pt x="84484" y="131222"/>
                </a:cubicBezTo>
                <a:lnTo>
                  <a:pt x="79620" y="126358"/>
                </a:lnTo>
                <a:cubicBezTo>
                  <a:pt x="77365" y="124104"/>
                  <a:pt x="77011" y="120582"/>
                  <a:pt x="78784" y="117923"/>
                </a:cubicBezTo>
                <a:lnTo>
                  <a:pt x="84686" y="109056"/>
                </a:lnTo>
                <a:cubicBezTo>
                  <a:pt x="84205" y="107866"/>
                  <a:pt x="83774" y="106624"/>
                  <a:pt x="83420" y="105332"/>
                </a:cubicBezTo>
                <a:cubicBezTo>
                  <a:pt x="83065" y="104040"/>
                  <a:pt x="82837" y="102748"/>
                  <a:pt x="82660" y="101482"/>
                </a:cubicBezTo>
                <a:lnTo>
                  <a:pt x="73109" y="96770"/>
                </a:lnTo>
                <a:cubicBezTo>
                  <a:pt x="70247" y="95351"/>
                  <a:pt x="68803" y="92109"/>
                  <a:pt x="69614" y="89044"/>
                </a:cubicBezTo>
                <a:lnTo>
                  <a:pt x="71387" y="82406"/>
                </a:lnTo>
                <a:cubicBezTo>
                  <a:pt x="72223" y="79341"/>
                  <a:pt x="75085" y="77264"/>
                  <a:pt x="78277" y="77467"/>
                </a:cubicBezTo>
                <a:lnTo>
                  <a:pt x="88892" y="78151"/>
                </a:lnTo>
                <a:cubicBezTo>
                  <a:pt x="90488" y="76099"/>
                  <a:pt x="92337" y="74199"/>
                  <a:pt x="94439" y="72577"/>
                </a:cubicBezTo>
                <a:lnTo>
                  <a:pt x="93755" y="61988"/>
                </a:lnTo>
                <a:cubicBezTo>
                  <a:pt x="93553" y="58797"/>
                  <a:pt x="95630" y="55909"/>
                  <a:pt x="98695" y="55098"/>
                </a:cubicBezTo>
                <a:lnTo>
                  <a:pt x="105332" y="53325"/>
                </a:lnTo>
                <a:close/>
                <a:moveTo>
                  <a:pt x="113591" y="86130"/>
                </a:moveTo>
                <a:cubicBezTo>
                  <a:pt x="107439" y="86137"/>
                  <a:pt x="102450" y="91137"/>
                  <a:pt x="102457" y="97289"/>
                </a:cubicBezTo>
                <a:cubicBezTo>
                  <a:pt x="102464" y="103441"/>
                  <a:pt x="107464" y="108430"/>
                  <a:pt x="113616" y="108423"/>
                </a:cubicBezTo>
                <a:cubicBezTo>
                  <a:pt x="119768" y="108416"/>
                  <a:pt x="124757" y="103416"/>
                  <a:pt x="124750" y="97264"/>
                </a:cubicBezTo>
                <a:cubicBezTo>
                  <a:pt x="124743" y="91112"/>
                  <a:pt x="119742" y="86123"/>
                  <a:pt x="113591" y="86130"/>
                </a:cubicBezTo>
                <a:close/>
                <a:moveTo>
                  <a:pt x="56973" y="-11526"/>
                </a:moveTo>
                <a:lnTo>
                  <a:pt x="63610" y="-9753"/>
                </a:lnTo>
                <a:cubicBezTo>
                  <a:pt x="66675" y="-8917"/>
                  <a:pt x="68752" y="-6029"/>
                  <a:pt x="68550" y="-2863"/>
                </a:cubicBezTo>
                <a:lnTo>
                  <a:pt x="67866" y="7726"/>
                </a:lnTo>
                <a:cubicBezTo>
                  <a:pt x="69968" y="9348"/>
                  <a:pt x="71817" y="11222"/>
                  <a:pt x="73413" y="13300"/>
                </a:cubicBezTo>
                <a:lnTo>
                  <a:pt x="84053" y="12616"/>
                </a:lnTo>
                <a:cubicBezTo>
                  <a:pt x="87220" y="12413"/>
                  <a:pt x="90108" y="14490"/>
                  <a:pt x="90943" y="17555"/>
                </a:cubicBezTo>
                <a:lnTo>
                  <a:pt x="92717" y="24192"/>
                </a:lnTo>
                <a:cubicBezTo>
                  <a:pt x="93527" y="27258"/>
                  <a:pt x="92083" y="30500"/>
                  <a:pt x="89221" y="31919"/>
                </a:cubicBezTo>
                <a:lnTo>
                  <a:pt x="79671" y="36631"/>
                </a:lnTo>
                <a:cubicBezTo>
                  <a:pt x="79493" y="37923"/>
                  <a:pt x="79240" y="39215"/>
                  <a:pt x="78911" y="40481"/>
                </a:cubicBezTo>
                <a:cubicBezTo>
                  <a:pt x="78581" y="41748"/>
                  <a:pt x="78125" y="43014"/>
                  <a:pt x="77644" y="44205"/>
                </a:cubicBezTo>
                <a:lnTo>
                  <a:pt x="83546" y="53071"/>
                </a:lnTo>
                <a:cubicBezTo>
                  <a:pt x="85320" y="55731"/>
                  <a:pt x="84965" y="59253"/>
                  <a:pt x="82710" y="61507"/>
                </a:cubicBezTo>
                <a:lnTo>
                  <a:pt x="77847" y="66371"/>
                </a:lnTo>
                <a:cubicBezTo>
                  <a:pt x="75592" y="68626"/>
                  <a:pt x="72071" y="68980"/>
                  <a:pt x="69411" y="67207"/>
                </a:cubicBezTo>
                <a:lnTo>
                  <a:pt x="60545" y="61305"/>
                </a:lnTo>
                <a:cubicBezTo>
                  <a:pt x="58138" y="62292"/>
                  <a:pt x="55579" y="63002"/>
                  <a:pt x="52970" y="63356"/>
                </a:cubicBezTo>
                <a:lnTo>
                  <a:pt x="48258" y="72881"/>
                </a:lnTo>
                <a:cubicBezTo>
                  <a:pt x="46840" y="75744"/>
                  <a:pt x="43597" y="77188"/>
                  <a:pt x="40532" y="76377"/>
                </a:cubicBezTo>
                <a:lnTo>
                  <a:pt x="33895" y="74604"/>
                </a:lnTo>
                <a:cubicBezTo>
                  <a:pt x="30804" y="73768"/>
                  <a:pt x="28752" y="70880"/>
                  <a:pt x="28955" y="67714"/>
                </a:cubicBezTo>
                <a:lnTo>
                  <a:pt x="29639" y="57099"/>
                </a:lnTo>
                <a:cubicBezTo>
                  <a:pt x="27536" y="55478"/>
                  <a:pt x="25687" y="53603"/>
                  <a:pt x="24091" y="51526"/>
                </a:cubicBezTo>
                <a:lnTo>
                  <a:pt x="13452" y="52210"/>
                </a:lnTo>
                <a:cubicBezTo>
                  <a:pt x="10285" y="52413"/>
                  <a:pt x="7397" y="50336"/>
                  <a:pt x="6561" y="47270"/>
                </a:cubicBezTo>
                <a:lnTo>
                  <a:pt x="4788" y="40633"/>
                </a:lnTo>
                <a:cubicBezTo>
                  <a:pt x="3977" y="37568"/>
                  <a:pt x="5421" y="34325"/>
                  <a:pt x="8284" y="32907"/>
                </a:cubicBezTo>
                <a:lnTo>
                  <a:pt x="17834" y="28195"/>
                </a:lnTo>
                <a:cubicBezTo>
                  <a:pt x="18011" y="26903"/>
                  <a:pt x="18265" y="25636"/>
                  <a:pt x="18594" y="24344"/>
                </a:cubicBezTo>
                <a:cubicBezTo>
                  <a:pt x="18949" y="23053"/>
                  <a:pt x="19354" y="21811"/>
                  <a:pt x="19861" y="20621"/>
                </a:cubicBezTo>
                <a:lnTo>
                  <a:pt x="13958" y="11780"/>
                </a:lnTo>
                <a:cubicBezTo>
                  <a:pt x="12185" y="9120"/>
                  <a:pt x="12540" y="5598"/>
                  <a:pt x="14794" y="3344"/>
                </a:cubicBezTo>
                <a:lnTo>
                  <a:pt x="19658" y="-1520"/>
                </a:lnTo>
                <a:cubicBezTo>
                  <a:pt x="21913" y="-3775"/>
                  <a:pt x="25434" y="-4129"/>
                  <a:pt x="28094" y="-2356"/>
                </a:cubicBezTo>
                <a:lnTo>
                  <a:pt x="36960" y="3547"/>
                </a:lnTo>
                <a:cubicBezTo>
                  <a:pt x="39367" y="2559"/>
                  <a:pt x="41925" y="1849"/>
                  <a:pt x="44534" y="1495"/>
                </a:cubicBezTo>
                <a:lnTo>
                  <a:pt x="49246" y="-8030"/>
                </a:lnTo>
                <a:cubicBezTo>
                  <a:pt x="50665" y="-10893"/>
                  <a:pt x="53882" y="-12337"/>
                  <a:pt x="56973" y="-11526"/>
                </a:cubicBezTo>
                <a:close/>
                <a:moveTo>
                  <a:pt x="48740" y="21279"/>
                </a:moveTo>
                <a:cubicBezTo>
                  <a:pt x="42588" y="21279"/>
                  <a:pt x="37593" y="26274"/>
                  <a:pt x="37593" y="32426"/>
                </a:cubicBezTo>
                <a:cubicBezTo>
                  <a:pt x="37593" y="38577"/>
                  <a:pt x="42588" y="43572"/>
                  <a:pt x="48740" y="43572"/>
                </a:cubicBezTo>
                <a:cubicBezTo>
                  <a:pt x="54891" y="43572"/>
                  <a:pt x="59886" y="38577"/>
                  <a:pt x="59886" y="32426"/>
                </a:cubicBezTo>
                <a:cubicBezTo>
                  <a:pt x="59886" y="26274"/>
                  <a:pt x="54891" y="21279"/>
                  <a:pt x="48740" y="21279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3" name="Text 41"/>
          <p:cNvSpPr/>
          <p:nvPr/>
        </p:nvSpPr>
        <p:spPr>
          <a:xfrm>
            <a:off x="7541089" y="6663447"/>
            <a:ext cx="124838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Automation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REMAINING IMPLEMENTATION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6705600" cy="1181100"/>
          </a:xfrm>
          <a:custGeom>
            <a:avLst/>
            <a:gdLst/>
            <a:ahLst/>
            <a:cxnLst/>
            <a:rect l="l" t="t" r="r" b="b"/>
            <a:pathLst>
              <a:path w="6705600" h="1181100">
                <a:moveTo>
                  <a:pt x="0" y="0"/>
                </a:moveTo>
                <a:lnTo>
                  <a:pt x="6629395" y="0"/>
                </a:lnTo>
                <a:cubicBezTo>
                  <a:pt x="6671454" y="0"/>
                  <a:pt x="6705600" y="34146"/>
                  <a:pt x="6705600" y="76205"/>
                </a:cubicBezTo>
                <a:lnTo>
                  <a:pt x="6705600" y="1104895"/>
                </a:lnTo>
                <a:cubicBezTo>
                  <a:pt x="6705600" y="1146954"/>
                  <a:pt x="6671454" y="1181100"/>
                  <a:pt x="662939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14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713" y="1866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85725" y="28575"/>
                </a:moveTo>
                <a:cubicBezTo>
                  <a:pt x="38398" y="28575"/>
                  <a:pt x="0" y="66973"/>
                  <a:pt x="0" y="114300"/>
                </a:cubicBezTo>
                <a:cubicBezTo>
                  <a:pt x="0" y="161627"/>
                  <a:pt x="38398" y="200025"/>
                  <a:pt x="85725" y="200025"/>
                </a:cubicBezTo>
                <a:lnTo>
                  <a:pt x="171450" y="200025"/>
                </a:lnTo>
                <a:cubicBezTo>
                  <a:pt x="218777" y="200025"/>
                  <a:pt x="257175" y="161627"/>
                  <a:pt x="257175" y="114300"/>
                </a:cubicBezTo>
                <a:cubicBezTo>
                  <a:pt x="257175" y="66973"/>
                  <a:pt x="218777" y="28575"/>
                  <a:pt x="171450" y="28575"/>
                </a:cubicBezTo>
                <a:lnTo>
                  <a:pt x="85725" y="28575"/>
                </a:lnTo>
                <a:close/>
                <a:moveTo>
                  <a:pt x="171450" y="71438"/>
                </a:moveTo>
                <a:cubicBezTo>
                  <a:pt x="195106" y="71438"/>
                  <a:pt x="214313" y="90644"/>
                  <a:pt x="214313" y="114300"/>
                </a:cubicBezTo>
                <a:cubicBezTo>
                  <a:pt x="214313" y="137956"/>
                  <a:pt x="195106" y="157163"/>
                  <a:pt x="171450" y="157163"/>
                </a:cubicBezTo>
                <a:cubicBezTo>
                  <a:pt x="147794" y="157163"/>
                  <a:pt x="128588" y="137956"/>
                  <a:pt x="128588" y="114300"/>
                </a:cubicBezTo>
                <a:cubicBezTo>
                  <a:pt x="128588" y="90644"/>
                  <a:pt x="147794" y="71438"/>
                  <a:pt x="171450" y="71438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71450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Availability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42695" y="1714500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2057400"/>
            <a:ext cx="569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Allowing drivers to toggle Online/Offline status for better fleet management and real-time availability tracking.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857500"/>
            <a:ext cx="6705600" cy="1181100"/>
          </a:xfrm>
          <a:custGeom>
            <a:avLst/>
            <a:gdLst/>
            <a:ahLst/>
            <a:cxnLst/>
            <a:rect l="l" t="t" r="r" b="b"/>
            <a:pathLst>
              <a:path w="6705600" h="1181100">
                <a:moveTo>
                  <a:pt x="0" y="0"/>
                </a:moveTo>
                <a:lnTo>
                  <a:pt x="6629395" y="0"/>
                </a:lnTo>
                <a:cubicBezTo>
                  <a:pt x="6671454" y="0"/>
                  <a:pt x="6705600" y="34146"/>
                  <a:pt x="6705600" y="76205"/>
                </a:cubicBezTo>
                <a:lnTo>
                  <a:pt x="6705600" y="1104895"/>
                </a:lnTo>
                <a:cubicBezTo>
                  <a:pt x="6705600" y="1146954"/>
                  <a:pt x="6671454" y="1181100"/>
                  <a:pt x="662939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28575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048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575" y="3200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30480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Engine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4540" y="3048000"/>
            <a:ext cx="895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" y="3390900"/>
            <a:ext cx="569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map services for automatic distance calculation and dynamic fee estimation based on route and delivery type.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191000"/>
            <a:ext cx="6705600" cy="1181100"/>
          </a:xfrm>
          <a:custGeom>
            <a:avLst/>
            <a:gdLst/>
            <a:ahLst/>
            <a:cxnLst/>
            <a:rect l="l" t="t" r="r" b="b"/>
            <a:pathLst>
              <a:path w="6705600" h="1181100">
                <a:moveTo>
                  <a:pt x="0" y="0"/>
                </a:moveTo>
                <a:lnTo>
                  <a:pt x="6629395" y="0"/>
                </a:lnTo>
                <a:cubicBezTo>
                  <a:pt x="6671454" y="0"/>
                  <a:pt x="6705600" y="34146"/>
                  <a:pt x="6705600" y="76205"/>
                </a:cubicBezTo>
                <a:lnTo>
                  <a:pt x="6705600" y="1104895"/>
                </a:lnTo>
                <a:cubicBezTo>
                  <a:pt x="6705600" y="1146954"/>
                  <a:pt x="6671454" y="1181100"/>
                  <a:pt x="662939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1910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4381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7713" y="4533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4381500"/>
            <a:ext cx="2109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Mobile Portal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4540" y="4381500"/>
            <a:ext cx="895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95400" y="4724400"/>
            <a:ext cx="569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Enabling customers to create p2p orders and track orders live.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5524500"/>
            <a:ext cx="6705600" cy="1181100"/>
          </a:xfrm>
          <a:custGeom>
            <a:avLst/>
            <a:gdLst/>
            <a:ahLst/>
            <a:cxnLst/>
            <a:rect l="l" t="t" r="r" b="b"/>
            <a:pathLst>
              <a:path w="6705600" h="1181100">
                <a:moveTo>
                  <a:pt x="0" y="0"/>
                </a:moveTo>
                <a:lnTo>
                  <a:pt x="6629395" y="0"/>
                </a:lnTo>
                <a:cubicBezTo>
                  <a:pt x="6671454" y="0"/>
                  <a:pt x="6705600" y="34146"/>
                  <a:pt x="6705600" y="76205"/>
                </a:cubicBezTo>
                <a:lnTo>
                  <a:pt x="6705600" y="1104895"/>
                </a:lnTo>
                <a:cubicBezTo>
                  <a:pt x="6705600" y="1146954"/>
                  <a:pt x="6671454" y="1181100"/>
                  <a:pt x="662939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57611D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55245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600" y="5715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586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3572"/>
                </a:moveTo>
                <a:cubicBezTo>
                  <a:pt x="53187" y="3572"/>
                  <a:pt x="3572" y="53187"/>
                  <a:pt x="3572" y="114300"/>
                </a:cubicBezTo>
                <a:cubicBezTo>
                  <a:pt x="3572" y="175413"/>
                  <a:pt x="53187" y="225028"/>
                  <a:pt x="114300" y="225028"/>
                </a:cubicBezTo>
                <a:cubicBezTo>
                  <a:pt x="175413" y="225028"/>
                  <a:pt x="225028" y="175413"/>
                  <a:pt x="225028" y="114300"/>
                </a:cubicBezTo>
                <a:cubicBezTo>
                  <a:pt x="225028" y="53187"/>
                  <a:pt x="175413" y="3572"/>
                  <a:pt x="114300" y="3572"/>
                </a:cubicBezTo>
                <a:close/>
                <a:moveTo>
                  <a:pt x="165646" y="78894"/>
                </a:moveTo>
                <a:cubicBezTo>
                  <a:pt x="163994" y="96396"/>
                  <a:pt x="156761" y="138901"/>
                  <a:pt x="153099" y="158502"/>
                </a:cubicBezTo>
                <a:cubicBezTo>
                  <a:pt x="151537" y="166807"/>
                  <a:pt x="148501" y="169575"/>
                  <a:pt x="145554" y="169843"/>
                </a:cubicBezTo>
                <a:cubicBezTo>
                  <a:pt x="139125" y="170423"/>
                  <a:pt x="134258" y="165601"/>
                  <a:pt x="128007" y="161493"/>
                </a:cubicBezTo>
                <a:cubicBezTo>
                  <a:pt x="118274" y="155109"/>
                  <a:pt x="112737" y="151135"/>
                  <a:pt x="103316" y="144884"/>
                </a:cubicBezTo>
                <a:cubicBezTo>
                  <a:pt x="92378" y="137696"/>
                  <a:pt x="99477" y="133722"/>
                  <a:pt x="105683" y="127248"/>
                </a:cubicBezTo>
                <a:cubicBezTo>
                  <a:pt x="107335" y="125551"/>
                  <a:pt x="135642" y="99789"/>
                  <a:pt x="136178" y="97468"/>
                </a:cubicBezTo>
                <a:cubicBezTo>
                  <a:pt x="136267" y="97155"/>
                  <a:pt x="136312" y="96083"/>
                  <a:pt x="135642" y="95503"/>
                </a:cubicBezTo>
                <a:cubicBezTo>
                  <a:pt x="134972" y="94923"/>
                  <a:pt x="134035" y="95146"/>
                  <a:pt x="133365" y="95280"/>
                </a:cubicBezTo>
                <a:cubicBezTo>
                  <a:pt x="132383" y="95503"/>
                  <a:pt x="116800" y="105772"/>
                  <a:pt x="86663" y="126132"/>
                </a:cubicBezTo>
                <a:cubicBezTo>
                  <a:pt x="82242" y="129168"/>
                  <a:pt x="78224" y="130641"/>
                  <a:pt x="74652" y="130552"/>
                </a:cubicBezTo>
                <a:cubicBezTo>
                  <a:pt x="70678" y="130463"/>
                  <a:pt x="63088" y="128320"/>
                  <a:pt x="57418" y="126489"/>
                </a:cubicBezTo>
                <a:cubicBezTo>
                  <a:pt x="50497" y="124257"/>
                  <a:pt x="44961" y="123051"/>
                  <a:pt x="45452" y="119211"/>
                </a:cubicBezTo>
                <a:cubicBezTo>
                  <a:pt x="45720" y="117202"/>
                  <a:pt x="48444" y="115193"/>
                  <a:pt x="53667" y="113094"/>
                </a:cubicBezTo>
                <a:cubicBezTo>
                  <a:pt x="85948" y="99030"/>
                  <a:pt x="107469" y="89743"/>
                  <a:pt x="118229" y="85279"/>
                </a:cubicBezTo>
                <a:cubicBezTo>
                  <a:pt x="148992" y="72509"/>
                  <a:pt x="155377" y="70277"/>
                  <a:pt x="159529" y="70187"/>
                </a:cubicBezTo>
                <a:cubicBezTo>
                  <a:pt x="160466" y="70187"/>
                  <a:pt x="162476" y="70411"/>
                  <a:pt x="163815" y="71482"/>
                </a:cubicBezTo>
                <a:cubicBezTo>
                  <a:pt x="164708" y="72241"/>
                  <a:pt x="165244" y="73313"/>
                  <a:pt x="165378" y="74474"/>
                </a:cubicBezTo>
                <a:cubicBezTo>
                  <a:pt x="165601" y="75902"/>
                  <a:pt x="165646" y="77376"/>
                  <a:pt x="165556" y="78849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" y="57150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4540" y="5715000"/>
            <a:ext cx="895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5400" y="6057900"/>
            <a:ext cx="569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Enabling order creation and tracking through Telegram chat bots for enhanced accessibility and user convenience.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5143" y="1528763"/>
            <a:ext cx="4467225" cy="3743325"/>
          </a:xfrm>
          <a:custGeom>
            <a:avLst/>
            <a:gdLst/>
            <a:ahLst/>
            <a:cxnLst/>
            <a:rect l="l" t="t" r="r" b="b"/>
            <a:pathLst>
              <a:path w="4467225" h="3743325">
                <a:moveTo>
                  <a:pt x="76214" y="0"/>
                </a:moveTo>
                <a:lnTo>
                  <a:pt x="4391011" y="0"/>
                </a:lnTo>
                <a:cubicBezTo>
                  <a:pt x="4433103" y="0"/>
                  <a:pt x="4467225" y="34122"/>
                  <a:pt x="4467225" y="76214"/>
                </a:cubicBezTo>
                <a:lnTo>
                  <a:pt x="4467225" y="3667111"/>
                </a:lnTo>
                <a:cubicBezTo>
                  <a:pt x="4467225" y="3709203"/>
                  <a:pt x="4433103" y="3743325"/>
                  <a:pt x="4391011" y="3743325"/>
                </a:cubicBezTo>
                <a:lnTo>
                  <a:pt x="76214" y="3743325"/>
                </a:lnTo>
                <a:cubicBezTo>
                  <a:pt x="34122" y="3743325"/>
                  <a:pt x="0" y="3709203"/>
                  <a:pt x="0" y="366711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E0FF32">
              <a:alpha val="10196"/>
            </a:srgbClr>
          </a:solidFill>
          <a:ln w="12700">
            <a:solidFill>
              <a:srgbClr val="E0FF32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68505" y="1762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713762" y="1895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6" name="Text 34"/>
          <p:cNvSpPr/>
          <p:nvPr/>
        </p:nvSpPr>
        <p:spPr>
          <a:xfrm>
            <a:off x="8140005" y="185737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Testing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68505" y="2371725"/>
            <a:ext cx="4076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full user testing phase before the final defense, including: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97080" y="3057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39" name="Text 37"/>
          <p:cNvSpPr/>
          <p:nvPr/>
        </p:nvSpPr>
        <p:spPr>
          <a:xfrm>
            <a:off x="7835205" y="301942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workflow validation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97080" y="3362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1" name="Text 39"/>
          <p:cNvSpPr/>
          <p:nvPr/>
        </p:nvSpPr>
        <p:spPr>
          <a:xfrm>
            <a:off x="7835205" y="3324225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acceptance testing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97080" y="3667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3" name="Text 41"/>
          <p:cNvSpPr/>
          <p:nvPr/>
        </p:nvSpPr>
        <p:spPr>
          <a:xfrm>
            <a:off x="7835205" y="3629025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benchmarking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97080" y="3971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5" name="Text 43"/>
          <p:cNvSpPr/>
          <p:nvPr/>
        </p:nvSpPr>
        <p:spPr>
          <a:xfrm>
            <a:off x="7835205" y="3933825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audit completion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35143" y="5434013"/>
            <a:ext cx="4467225" cy="1266825"/>
          </a:xfrm>
          <a:custGeom>
            <a:avLst/>
            <a:gdLst/>
            <a:ahLst/>
            <a:cxnLst/>
            <a:rect l="l" t="t" r="r" b="b"/>
            <a:pathLst>
              <a:path w="4467225" h="1266825">
                <a:moveTo>
                  <a:pt x="76200" y="0"/>
                </a:moveTo>
                <a:lnTo>
                  <a:pt x="4391025" y="0"/>
                </a:lnTo>
                <a:cubicBezTo>
                  <a:pt x="4433109" y="0"/>
                  <a:pt x="4467225" y="34116"/>
                  <a:pt x="4467225" y="76200"/>
                </a:cubicBezTo>
                <a:lnTo>
                  <a:pt x="4467225" y="1190625"/>
                </a:lnTo>
                <a:cubicBezTo>
                  <a:pt x="4467225" y="1232709"/>
                  <a:pt x="4433109" y="1266825"/>
                  <a:pt x="439102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7611D">
              <a:alpha val="30196"/>
            </a:srgbClr>
          </a:solidFill>
          <a:ln w="12700">
            <a:solidFill>
              <a:srgbClr val="57611D">
                <a:alpha val="5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30405" y="562927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Overview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759005" y="6067425"/>
            <a:ext cx="2476500" cy="76200"/>
          </a:xfrm>
          <a:custGeom>
            <a:avLst/>
            <a:gdLst/>
            <a:ahLst/>
            <a:cxnLst/>
            <a:rect l="l" t="t" r="r" b="b"/>
            <a:pathLst>
              <a:path w="2476500" h="76200">
                <a:moveTo>
                  <a:pt x="0" y="0"/>
                </a:moveTo>
                <a:lnTo>
                  <a:pt x="2476500" y="0"/>
                </a:lnTo>
                <a:lnTo>
                  <a:pt x="24765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49" name="Text 47"/>
          <p:cNvSpPr/>
          <p:nvPr/>
        </p:nvSpPr>
        <p:spPr>
          <a:xfrm>
            <a:off x="11174164" y="6010275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841385" y="6315075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Defense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6d3fe07361f6d1303d779b4a55e793593ad14e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8132" r="18132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5000"/>
                </a:srgbClr>
              </a:gs>
              <a:gs pos="100000">
                <a:srgbClr val="57611D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251" y="3810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5" name="Text 2"/>
          <p:cNvSpPr/>
          <p:nvPr/>
        </p:nvSpPr>
        <p:spPr>
          <a:xfrm>
            <a:off x="3573066" y="723900"/>
            <a:ext cx="5048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251" y="18669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7" name="Text 4"/>
          <p:cNvSpPr/>
          <p:nvPr/>
        </p:nvSpPr>
        <p:spPr>
          <a:xfrm>
            <a:off x="4484638" y="2514600"/>
            <a:ext cx="3219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FF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2647" y="3314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273153" y="3552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0" name="Text 7"/>
          <p:cNvSpPr/>
          <p:nvPr/>
        </p:nvSpPr>
        <p:spPr>
          <a:xfrm>
            <a:off x="3916561" y="42291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Team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02771" y="3314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25418" y="3552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3" name="Text 10"/>
          <p:cNvSpPr/>
          <p:nvPr/>
        </p:nvSpPr>
        <p:spPr>
          <a:xfrm>
            <a:off x="5291882" y="422910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Discussion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184975" y="33147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FF32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389763" y="35528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5719" y="53578"/>
                </a:moveTo>
                <a:cubicBezTo>
                  <a:pt x="35719" y="33877"/>
                  <a:pt x="51736" y="17859"/>
                  <a:pt x="71438" y="17859"/>
                </a:cubicBezTo>
                <a:lnTo>
                  <a:pt x="285750" y="17859"/>
                </a:lnTo>
                <a:cubicBezTo>
                  <a:pt x="305451" y="17859"/>
                  <a:pt x="321469" y="33877"/>
                  <a:pt x="321469" y="53578"/>
                </a:cubicBezTo>
                <a:lnTo>
                  <a:pt x="321469" y="187523"/>
                </a:lnTo>
                <a:lnTo>
                  <a:pt x="285750" y="187523"/>
                </a:lnTo>
                <a:lnTo>
                  <a:pt x="285750" y="53578"/>
                </a:lnTo>
                <a:lnTo>
                  <a:pt x="71438" y="53578"/>
                </a:lnTo>
                <a:lnTo>
                  <a:pt x="71438" y="187523"/>
                </a:lnTo>
                <a:lnTo>
                  <a:pt x="35719" y="187523"/>
                </a:lnTo>
                <a:lnTo>
                  <a:pt x="35719" y="53578"/>
                </a:lnTo>
                <a:close/>
                <a:moveTo>
                  <a:pt x="0" y="225028"/>
                </a:moveTo>
                <a:cubicBezTo>
                  <a:pt x="0" y="219112"/>
                  <a:pt x="4800" y="214313"/>
                  <a:pt x="10716" y="214313"/>
                </a:cubicBezTo>
                <a:lnTo>
                  <a:pt x="346472" y="214313"/>
                </a:lnTo>
                <a:cubicBezTo>
                  <a:pt x="352388" y="214313"/>
                  <a:pt x="357188" y="219112"/>
                  <a:pt x="357188" y="225028"/>
                </a:cubicBezTo>
                <a:cubicBezTo>
                  <a:pt x="357188" y="248692"/>
                  <a:pt x="337989" y="267891"/>
                  <a:pt x="314325" y="267891"/>
                </a:cubicBezTo>
                <a:lnTo>
                  <a:pt x="42863" y="267891"/>
                </a:lnTo>
                <a:cubicBezTo>
                  <a:pt x="19199" y="267891"/>
                  <a:pt x="0" y="248692"/>
                  <a:pt x="0" y="225028"/>
                </a:cubicBezTo>
                <a:close/>
                <a:moveTo>
                  <a:pt x="156828" y="116644"/>
                </a:moveTo>
                <a:lnTo>
                  <a:pt x="139526" y="133945"/>
                </a:lnTo>
                <a:lnTo>
                  <a:pt x="156828" y="151247"/>
                </a:lnTo>
                <a:cubicBezTo>
                  <a:pt x="162074" y="156493"/>
                  <a:pt x="162074" y="164976"/>
                  <a:pt x="156828" y="170166"/>
                </a:cubicBezTo>
                <a:cubicBezTo>
                  <a:pt x="151581" y="175357"/>
                  <a:pt x="143098" y="175413"/>
                  <a:pt x="137908" y="170166"/>
                </a:cubicBezTo>
                <a:lnTo>
                  <a:pt x="111119" y="143377"/>
                </a:lnTo>
                <a:cubicBezTo>
                  <a:pt x="105873" y="138131"/>
                  <a:pt x="105873" y="129648"/>
                  <a:pt x="111119" y="124458"/>
                </a:cubicBezTo>
                <a:lnTo>
                  <a:pt x="137908" y="97668"/>
                </a:lnTo>
                <a:cubicBezTo>
                  <a:pt x="143154" y="92422"/>
                  <a:pt x="151637" y="92422"/>
                  <a:pt x="156828" y="97668"/>
                </a:cubicBezTo>
                <a:cubicBezTo>
                  <a:pt x="162018" y="102915"/>
                  <a:pt x="162074" y="111398"/>
                  <a:pt x="156828" y="116588"/>
                </a:cubicBezTo>
                <a:close/>
                <a:moveTo>
                  <a:pt x="219335" y="97668"/>
                </a:moveTo>
                <a:lnTo>
                  <a:pt x="246125" y="124458"/>
                </a:lnTo>
                <a:cubicBezTo>
                  <a:pt x="251371" y="129704"/>
                  <a:pt x="251371" y="138187"/>
                  <a:pt x="246125" y="143377"/>
                </a:cubicBezTo>
                <a:lnTo>
                  <a:pt x="219335" y="170166"/>
                </a:lnTo>
                <a:cubicBezTo>
                  <a:pt x="214089" y="175413"/>
                  <a:pt x="205606" y="175413"/>
                  <a:pt x="200416" y="170166"/>
                </a:cubicBezTo>
                <a:cubicBezTo>
                  <a:pt x="195225" y="164920"/>
                  <a:pt x="195169" y="156437"/>
                  <a:pt x="200416" y="151247"/>
                </a:cubicBezTo>
                <a:lnTo>
                  <a:pt x="217717" y="133945"/>
                </a:lnTo>
                <a:lnTo>
                  <a:pt x="200416" y="116644"/>
                </a:lnTo>
                <a:cubicBezTo>
                  <a:pt x="195169" y="111398"/>
                  <a:pt x="195169" y="102915"/>
                  <a:pt x="200416" y="97724"/>
                </a:cubicBezTo>
                <a:cubicBezTo>
                  <a:pt x="205662" y="92534"/>
                  <a:pt x="214145" y="92478"/>
                  <a:pt x="219335" y="97724"/>
                </a:cubicBezTo>
                <a:close/>
              </a:path>
            </a:pathLst>
          </a:custGeom>
          <a:solidFill>
            <a:srgbClr val="E0FF3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6661" y="422910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 Available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12221" y="6019800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LIYT Delivery Management System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16984" y="62865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16,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LIYT: Progress Presentation</dc:title>
  <dc:subject>LIYT: Progress Presentation</dc:subject>
  <dc:creator>Kimi</dc:creator>
  <cp:lastModifiedBy>Kimi</cp:lastModifiedBy>
  <cp:revision>1</cp:revision>
  <dcterms:created xsi:type="dcterms:W3CDTF">2026-02-16T06:07:25Z</dcterms:created>
  <dcterms:modified xsi:type="dcterms:W3CDTF">2026-02-16T06:07:25Z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{"Label":"LIYT: Progress Presentation","ContentProducer":"001191110108MACG2KBH8F10000","ProduceID":"19c62512-9c72-8d97-8000-000047b5ecb6","ReservedCode1":"","ContentPropagator":"001191110108MACG2KBH8F20000","PropagateID":"19c62512-9c72-8d97-8000-000047b5ecb6","ReservedCode2":""}</vt:lpwstr>
  </property>
</Properties>
</file>